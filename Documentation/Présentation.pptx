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notesMasterIdLst>
    <p:notesMasterId r:id="rId18"/>
  </p:notesMasterIdLst>
  <p:handoutMasterIdLst>
    <p:handoutMasterId r:id="rId19"/>
  </p:handoutMasterIdLst>
  <p:sldIdLst>
    <p:sldId id="288" r:id="rId5"/>
    <p:sldId id="260" r:id="rId6"/>
    <p:sldId id="257" r:id="rId7"/>
    <p:sldId id="261" r:id="rId8"/>
    <p:sldId id="291" r:id="rId9"/>
    <p:sldId id="297" r:id="rId10"/>
    <p:sldId id="298" r:id="rId11"/>
    <p:sldId id="299" r:id="rId12"/>
    <p:sldId id="300" r:id="rId13"/>
    <p:sldId id="296" r:id="rId14"/>
    <p:sldId id="301" r:id="rId15"/>
    <p:sldId id="302" r:id="rId16"/>
    <p:sldId id="289" r:id="rId17"/>
  </p:sldIdLst>
  <p:sldSz cx="12192000" cy="6858000"/>
  <p:notesSz cx="6858000" cy="9144000"/>
  <p:defaultTextStyle>
    <a:defPPr rtl="0">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92C48"/>
    <a:srgbClr val="2C2D39"/>
    <a:srgbClr val="242630"/>
    <a:srgbClr val="2A1F43"/>
    <a:srgbClr val="0C1B43"/>
    <a:srgbClr val="000000"/>
    <a:srgbClr val="1D2225"/>
    <a:srgbClr val="F8F8F8"/>
    <a:srgbClr val="363C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E3FDE45-AF77-4B5C-9715-49D594BDF05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3" autoAdjust="0"/>
    <p:restoredTop sz="94474" autoAdjust="0"/>
  </p:normalViewPr>
  <p:slideViewPr>
    <p:cSldViewPr snapToGrid="0" snapToObjects="1">
      <p:cViewPr varScale="1">
        <p:scale>
          <a:sx n="78" d="100"/>
          <a:sy n="78" d="100"/>
        </p:scale>
        <p:origin x="878" y="62"/>
      </p:cViewPr>
      <p:guideLst/>
    </p:cSldViewPr>
  </p:slideViewPr>
  <p:notesTextViewPr>
    <p:cViewPr>
      <p:scale>
        <a:sx n="1" d="1"/>
        <a:sy n="1" d="1"/>
      </p:scale>
      <p:origin x="0" y="0"/>
    </p:cViewPr>
  </p:notesTextViewPr>
  <p:notesViewPr>
    <p:cSldViewPr snapToGrid="0" snapToObjects="1">
      <p:cViewPr varScale="1">
        <p:scale>
          <a:sx n="60" d="100"/>
          <a:sy n="60" d="100"/>
        </p:scale>
        <p:origin x="2424" y="3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8D5A2E05-2C6E-484E-9BB1-366C90717B9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dirty="0"/>
          </a:p>
        </p:txBody>
      </p:sp>
      <p:sp>
        <p:nvSpPr>
          <p:cNvPr id="3" name="Date de l'espace réservé 2">
            <a:extLst>
              <a:ext uri="{FF2B5EF4-FFF2-40B4-BE49-F238E27FC236}">
                <a16:creationId xmlns:a16="http://schemas.microsoft.com/office/drawing/2014/main" id="{D2043844-B7FE-EC43-89AA-8831B859F94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5FB138B2-18CD-1D41-89B0-ADB5F3BA92A3}" type="datetimeFigureOut">
              <a:rPr lang="en-US" smtClean="0"/>
              <a:t>1/15/2026</a:t>
            </a:fld>
            <a:endParaRPr lang="en-US" dirty="0"/>
          </a:p>
        </p:txBody>
      </p:sp>
      <p:sp>
        <p:nvSpPr>
          <p:cNvPr id="4" name="Pied de page Espace réservé 3">
            <a:extLst>
              <a:ext uri="{FF2B5EF4-FFF2-40B4-BE49-F238E27FC236}">
                <a16:creationId xmlns:a16="http://schemas.microsoft.com/office/drawing/2014/main" id="{BFAC2EDC-03FB-D147-9BAA-37FCFF988C7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US" dirty="0"/>
          </a:p>
        </p:txBody>
      </p:sp>
      <p:sp>
        <p:nvSpPr>
          <p:cNvPr id="5" name="Espace réservé du numéro de diapositive 4">
            <a:extLst>
              <a:ext uri="{FF2B5EF4-FFF2-40B4-BE49-F238E27FC236}">
                <a16:creationId xmlns:a16="http://schemas.microsoft.com/office/drawing/2014/main" id="{398E195D-E935-D746-A5D1-61E2EBF7EF6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F57D167-9BB5-2048-9DDA-7DF8E5D94DC9}" type="slidenum">
              <a:rPr lang="en-US" smtClean="0"/>
              <a:t>‹N°›</a:t>
            </a:fld>
            <a:endParaRPr lang="en-US" dirty="0"/>
          </a:p>
        </p:txBody>
      </p:sp>
    </p:spTree>
    <p:extLst>
      <p:ext uri="{BB962C8B-B14F-4D97-AF65-F5344CB8AC3E}">
        <p14:creationId xmlns:p14="http://schemas.microsoft.com/office/powerpoint/2010/main" val="297751213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dirty="0"/>
          </a:p>
        </p:txBody>
      </p:sp>
      <p:sp>
        <p:nvSpPr>
          <p:cNvPr id="3" name="Date de l'espace réservé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32E7A355-8776-CB43-838E-ED9EE2F8390B}" type="datetimeFigureOut">
              <a:rPr lang="en-US" smtClean="0"/>
              <a:t>1/15/2026</a:t>
            </a:fld>
            <a:endParaRPr lang="en-US" dirty="0"/>
          </a:p>
        </p:txBody>
      </p:sp>
      <p:sp>
        <p:nvSpPr>
          <p:cNvPr id="4" name="Espace réservé pour image de diapositiv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US" dirty="0"/>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US" dirty="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DB303FA8-A3F3-7640-B13D-36C73B3E5587}" type="slidenum">
              <a:rPr lang="en-US" smtClean="0"/>
              <a:t>‹N°›</a:t>
            </a:fld>
            <a:endParaRPr lang="en-US" dirty="0"/>
          </a:p>
        </p:txBody>
      </p:sp>
    </p:spTree>
    <p:extLst>
      <p:ext uri="{BB962C8B-B14F-4D97-AF65-F5344CB8AC3E}">
        <p14:creationId xmlns:p14="http://schemas.microsoft.com/office/powerpoint/2010/main" val="32201785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re">
    <p:bg>
      <p:bgPr>
        <a:solidFill>
          <a:schemeClr val="accent4">
            <a:alpha val="40000"/>
          </a:schemeClr>
        </a:solidFill>
        <a:effectLst/>
      </p:bgPr>
    </p:bg>
    <p:spTree>
      <p:nvGrpSpPr>
        <p:cNvPr id="1" name=""/>
        <p:cNvGrpSpPr/>
        <p:nvPr/>
      </p:nvGrpSpPr>
      <p:grpSpPr>
        <a:xfrm>
          <a:off x="0" y="0"/>
          <a:ext cx="0" cy="0"/>
          <a:chOff x="0" y="0"/>
          <a:chExt cx="0" cy="0"/>
        </a:xfrm>
      </p:grpSpPr>
      <p:sp>
        <p:nvSpPr>
          <p:cNvPr id="10" name="Rectangle arrondi 9">
            <a:extLst>
              <a:ext uri="{FF2B5EF4-FFF2-40B4-BE49-F238E27FC236}">
                <a16:creationId xmlns:a16="http://schemas.microsoft.com/office/drawing/2014/main" id="{0FA637AC-751E-9E9D-7175-A0FADF858F5A}"/>
              </a:ext>
            </a:extLst>
          </p:cNvPr>
          <p:cNvSpPr/>
          <p:nvPr userDrawn="1"/>
        </p:nvSpPr>
        <p:spPr>
          <a:xfrm>
            <a:off x="309563" y="274320"/>
            <a:ext cx="11572875" cy="6309360"/>
          </a:xfrm>
          <a:prstGeom prst="roundRect">
            <a:avLst>
              <a:gd name="adj" fmla="val 5258"/>
            </a:avLst>
          </a:prstGeom>
          <a:solidFill>
            <a:schemeClr val="accent4">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6" name="Titre 1">
            <a:extLst>
              <a:ext uri="{FF2B5EF4-FFF2-40B4-BE49-F238E27FC236}">
                <a16:creationId xmlns:a16="http://schemas.microsoft.com/office/drawing/2014/main" id="{042BB51D-E7C1-3746-85E9-889CCB24F741}"/>
              </a:ext>
            </a:extLst>
          </p:cNvPr>
          <p:cNvSpPr>
            <a:spLocks noGrp="1"/>
          </p:cNvSpPr>
          <p:nvPr>
            <p:ph type="ctrTitle"/>
          </p:nvPr>
        </p:nvSpPr>
        <p:spPr>
          <a:xfrm>
            <a:off x="731520" y="1645920"/>
            <a:ext cx="7772400" cy="4572000"/>
          </a:xfrm>
        </p:spPr>
        <p:txBody>
          <a:bodyPr rtlCol="0" anchor="b">
            <a:normAutofit/>
          </a:bodyPr>
          <a:lstStyle>
            <a:lvl1pPr marL="0" marR="0" indent="0" algn="l" defTabSz="914400" rtl="0" eaLnBrk="1" fontAlgn="auto" latinLnBrk="0" hangingPunct="1">
              <a:lnSpc>
                <a:spcPct val="90000"/>
              </a:lnSpc>
              <a:spcBef>
                <a:spcPct val="0"/>
              </a:spcBef>
              <a:spcAft>
                <a:spcPts val="0"/>
              </a:spcAft>
              <a:buClrTx/>
              <a:buSzTx/>
              <a:buFontTx/>
              <a:buNone/>
              <a:tabLst/>
              <a:defRPr sz="4800" b="0" i="0" baseline="0">
                <a:solidFill>
                  <a:schemeClr val="tx1"/>
                </a:solidFill>
                <a:latin typeface="+mj-lt"/>
                <a:ea typeface="Meiryo UI" panose="020B0604030504040204" pitchFamily="34" charset="-128"/>
              </a:defRPr>
            </a:lvl1pPr>
          </a:lstStyle>
          <a:p>
            <a:pPr rtl="0"/>
            <a:r>
              <a:rPr lang="fr-FR" noProof="0"/>
              <a:t>Modifiez le style du titre</a:t>
            </a:r>
            <a:endParaRPr lang="en-US" noProof="0" dirty="0"/>
          </a:p>
        </p:txBody>
      </p:sp>
      <p:sp>
        <p:nvSpPr>
          <p:cNvPr id="7" name="Sous-titre 2">
            <a:extLst>
              <a:ext uri="{FF2B5EF4-FFF2-40B4-BE49-F238E27FC236}">
                <a16:creationId xmlns:a16="http://schemas.microsoft.com/office/drawing/2014/main" id="{7E016467-0564-6D4C-BF17-F4FA3991C1FD}"/>
              </a:ext>
            </a:extLst>
          </p:cNvPr>
          <p:cNvSpPr>
            <a:spLocks noGrp="1"/>
          </p:cNvSpPr>
          <p:nvPr>
            <p:ph type="subTitle" idx="1"/>
          </p:nvPr>
        </p:nvSpPr>
        <p:spPr>
          <a:xfrm>
            <a:off x="731520" y="731520"/>
            <a:ext cx="6858000" cy="731520"/>
          </a:xfrm>
        </p:spPr>
        <p:txBody>
          <a:bodyPr rtlCol="0" anchor="t">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chemeClr val="tx1"/>
                </a:solidFill>
                <a:latin typeface="+mn-lt"/>
                <a:ea typeface="Meiryo UI" panose="020B0604030504040204" pitchFamily="34" charset="-12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fr-FR" altLang="ja-JP" noProof="0"/>
              <a:t>Modifiez le style des sous-titres du masque</a:t>
            </a:r>
            <a:endParaRPr lang="en-US" altLang="ja-JP" noProof="0" dirty="0"/>
          </a:p>
        </p:txBody>
      </p:sp>
    </p:spTree>
    <p:extLst>
      <p:ext uri="{BB962C8B-B14F-4D97-AF65-F5344CB8AC3E}">
        <p14:creationId xmlns:p14="http://schemas.microsoft.com/office/powerpoint/2010/main" val="1876898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01">
    <p:bg>
      <p:bgPr>
        <a:solidFill>
          <a:schemeClr val="accent2">
            <a:lumMod val="60000"/>
            <a:lumOff val="40000"/>
            <a:alpha val="40000"/>
          </a:schemeClr>
        </a:solidFill>
        <a:effectLst/>
      </p:bgPr>
    </p:bg>
    <p:spTree>
      <p:nvGrpSpPr>
        <p:cNvPr id="1" name=""/>
        <p:cNvGrpSpPr/>
        <p:nvPr/>
      </p:nvGrpSpPr>
      <p:grpSpPr>
        <a:xfrm>
          <a:off x="0" y="0"/>
          <a:ext cx="0" cy="0"/>
          <a:chOff x="0" y="0"/>
          <a:chExt cx="0" cy="0"/>
        </a:xfrm>
      </p:grpSpPr>
      <p:sp>
        <p:nvSpPr>
          <p:cNvPr id="7" name="Rectangle arrondi 6">
            <a:extLst>
              <a:ext uri="{FF2B5EF4-FFF2-40B4-BE49-F238E27FC236}">
                <a16:creationId xmlns:a16="http://schemas.microsoft.com/office/drawing/2014/main" id="{01692597-FFF9-444F-8F77-6E784B94A346}"/>
              </a:ext>
            </a:extLst>
          </p:cNvPr>
          <p:cNvSpPr/>
          <p:nvPr userDrawn="1"/>
        </p:nvSpPr>
        <p:spPr>
          <a:xfrm>
            <a:off x="309563" y="274320"/>
            <a:ext cx="11572875" cy="6309360"/>
          </a:xfrm>
          <a:prstGeom prst="roundRect">
            <a:avLst>
              <a:gd name="adj" fmla="val 5258"/>
            </a:avLst>
          </a:prstGeom>
          <a:solidFill>
            <a:schemeClr val="accent2">
              <a:lumMod val="60000"/>
              <a:lumOff val="4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re 1">
            <a:extLst>
              <a:ext uri="{FF2B5EF4-FFF2-40B4-BE49-F238E27FC236}">
                <a16:creationId xmlns:a16="http://schemas.microsoft.com/office/drawing/2014/main" id="{F657BD59-35CC-9BB3-8621-6FA3356F81AA}"/>
              </a:ext>
            </a:extLst>
          </p:cNvPr>
          <p:cNvSpPr>
            <a:spLocks noGrp="1"/>
          </p:cNvSpPr>
          <p:nvPr>
            <p:ph type="title"/>
          </p:nvPr>
        </p:nvSpPr>
        <p:spPr>
          <a:xfrm>
            <a:off x="731520" y="731520"/>
            <a:ext cx="4937760" cy="4023360"/>
          </a:xfrm>
        </p:spPr>
        <p:txBody>
          <a:bodyPr lIns="0" tIns="0" rIns="0" bIns="0" rtlCol="0">
            <a:normAutofit/>
          </a:bodyPr>
          <a:lstStyle>
            <a:lvl1pPr algn="ctr">
              <a:defRPr sz="3600"/>
            </a:lvl1pPr>
          </a:lstStyle>
          <a:p>
            <a:pPr rtl="0"/>
            <a:r>
              <a:rPr lang="fr-FR"/>
              <a:t>Modifiez le style du titre</a:t>
            </a:r>
            <a:endParaRPr lang="fr"/>
          </a:p>
        </p:txBody>
      </p:sp>
      <p:sp>
        <p:nvSpPr>
          <p:cNvPr id="3" name="Espace réservé du contenu 2">
            <a:extLst>
              <a:ext uri="{FF2B5EF4-FFF2-40B4-BE49-F238E27FC236}">
                <a16:creationId xmlns:a16="http://schemas.microsoft.com/office/drawing/2014/main" id="{A772710C-A212-1B12-06CD-FA2A14F89D68}"/>
              </a:ext>
            </a:extLst>
          </p:cNvPr>
          <p:cNvSpPr>
            <a:spLocks noGrp="1"/>
          </p:cNvSpPr>
          <p:nvPr>
            <p:ph idx="1"/>
          </p:nvPr>
        </p:nvSpPr>
        <p:spPr>
          <a:xfrm>
            <a:off x="6099048" y="731520"/>
            <a:ext cx="5303520" cy="4023360"/>
          </a:xfrm>
        </p:spPr>
        <p:txBody>
          <a:bodyPr rtlCol="0" anchor="ctr" anchorCtr="0"/>
          <a:lstStyle>
            <a:lvl1pPr marL="457200" indent="-457200">
              <a:buClr>
                <a:schemeClr val="accent1"/>
              </a:buClr>
              <a:buSzPct val="90000"/>
              <a:defRPr sz="1800"/>
            </a:lvl1pPr>
            <a:lvl2pPr marL="914400" indent="-228600">
              <a:buClr>
                <a:schemeClr val="accent1"/>
              </a:buClr>
              <a:buSzPct val="90000"/>
              <a:defRPr sz="1600"/>
            </a:lvl2pPr>
            <a:lvl3pPr marL="1371600" indent="-228600">
              <a:buClr>
                <a:schemeClr val="accent1"/>
              </a:buClr>
              <a:buSzPct val="90000"/>
              <a:defRPr sz="1600"/>
            </a:lvl3pPr>
            <a:lvl4pPr marL="1828800" indent="-228600">
              <a:buClr>
                <a:schemeClr val="accent1"/>
              </a:buClr>
              <a:buSzPct val="90000"/>
              <a:defRPr sz="1600"/>
            </a:lvl4pPr>
            <a:lvl5pPr marL="2286000" indent="-228600">
              <a:buClr>
                <a:schemeClr val="accent1"/>
              </a:buClr>
              <a:buSzPct val="90000"/>
              <a:defRPr sz="1600"/>
            </a:lvl5pPr>
          </a:lstStyle>
          <a:p>
            <a:pPr lvl="0" rtl="0"/>
            <a:r>
              <a:rPr lang="fr-FR"/>
              <a:t>Cliquez pour modifier les styles du texte du masque</a:t>
            </a:r>
          </a:p>
          <a:p>
            <a:pPr lvl="1" rtl="0"/>
            <a:r>
              <a:rPr lang="fr-FR"/>
              <a:t>Deuxième niveau</a:t>
            </a:r>
          </a:p>
          <a:p>
            <a:pPr lvl="2" rtl="0"/>
            <a:r>
              <a:rPr lang="fr-FR"/>
              <a:t>Troisième niveau</a:t>
            </a:r>
          </a:p>
          <a:p>
            <a:pPr lvl="3" rtl="0"/>
            <a:r>
              <a:rPr lang="fr-FR"/>
              <a:t>Quatrième niveau</a:t>
            </a:r>
          </a:p>
          <a:p>
            <a:pPr lvl="4" rtl="0"/>
            <a:r>
              <a:rPr lang="fr-FR"/>
              <a:t>Cinquième niveau</a:t>
            </a:r>
            <a:endParaRPr lang="fr"/>
          </a:p>
        </p:txBody>
      </p:sp>
      <p:sp>
        <p:nvSpPr>
          <p:cNvPr id="4" name="Date de l'espace réservé 3">
            <a:extLst>
              <a:ext uri="{FF2B5EF4-FFF2-40B4-BE49-F238E27FC236}">
                <a16:creationId xmlns:a16="http://schemas.microsoft.com/office/drawing/2014/main" id="{8C56EB0F-63C8-5F75-A333-3413A9DC6F76}"/>
              </a:ext>
            </a:extLst>
          </p:cNvPr>
          <p:cNvSpPr>
            <a:spLocks noGrp="1"/>
          </p:cNvSpPr>
          <p:nvPr>
            <p:ph type="dt" sz="half" idx="10"/>
          </p:nvPr>
        </p:nvSpPr>
        <p:spPr/>
        <p:txBody>
          <a:bodyPr rtlCol="0"/>
          <a:lstStyle/>
          <a:p>
            <a:pPr rtl="0"/>
            <a:fld id="{D6D8061D-18C3-4F4F-85EF-561633F58754}" type="datetimeFigureOut">
              <a:rPr lang="en-US" smtClean="0"/>
              <a:t>1/15/2026</a:t>
            </a:fld>
            <a:endParaRPr lang="en-US" dirty="0"/>
          </a:p>
        </p:txBody>
      </p:sp>
      <p:sp>
        <p:nvSpPr>
          <p:cNvPr id="5" name="Pied de page Espace réservé 4">
            <a:extLst>
              <a:ext uri="{FF2B5EF4-FFF2-40B4-BE49-F238E27FC236}">
                <a16:creationId xmlns:a16="http://schemas.microsoft.com/office/drawing/2014/main" id="{4D4DE333-25B4-E092-1CC4-C3D20BA25168}"/>
              </a:ext>
            </a:extLst>
          </p:cNvPr>
          <p:cNvSpPr>
            <a:spLocks noGrp="1"/>
          </p:cNvSpPr>
          <p:nvPr>
            <p:ph type="ftr" sz="quarter" idx="11"/>
          </p:nvPr>
        </p:nvSpPr>
        <p:spPr/>
        <p:txBody>
          <a:bodyPr rtlCol="0"/>
          <a:lstStyle/>
          <a:p>
            <a:pPr rtl="0"/>
            <a:endParaRPr lang="en-US" dirty="0"/>
          </a:p>
        </p:txBody>
      </p:sp>
      <p:sp>
        <p:nvSpPr>
          <p:cNvPr id="6" name="Espace réservé du numéro de diapositive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rtlCol="0"/>
          <a:lstStyle/>
          <a:p>
            <a:pPr rtl="0"/>
            <a:fld id="{CBD12358-51D2-46B3-9BDE-DF29528B9454}" type="slidenum">
              <a:rPr lang="en-US" smtClean="0"/>
              <a:t>‹N°›</a:t>
            </a:fld>
            <a:endParaRPr lang="en-US" dirty="0"/>
          </a:p>
        </p:txBody>
      </p:sp>
    </p:spTree>
    <p:extLst>
      <p:ext uri="{BB962C8B-B14F-4D97-AF65-F5344CB8AC3E}">
        <p14:creationId xmlns:p14="http://schemas.microsoft.com/office/powerpoint/2010/main" val="17712169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re + sous-titre">
    <p:spTree>
      <p:nvGrpSpPr>
        <p:cNvPr id="1" name=""/>
        <p:cNvGrpSpPr/>
        <p:nvPr/>
      </p:nvGrpSpPr>
      <p:grpSpPr>
        <a:xfrm>
          <a:off x="0" y="0"/>
          <a:ext cx="0" cy="0"/>
          <a:chOff x="0" y="0"/>
          <a:chExt cx="0" cy="0"/>
        </a:xfrm>
      </p:grpSpPr>
      <p:sp>
        <p:nvSpPr>
          <p:cNvPr id="7" name="Rectangle arrondi 6">
            <a:extLst>
              <a:ext uri="{FF2B5EF4-FFF2-40B4-BE49-F238E27FC236}">
                <a16:creationId xmlns:a16="http://schemas.microsoft.com/office/drawing/2014/main" id="{F60195EE-CFED-7B58-C5A5-E6E1E87B304A}"/>
              </a:ext>
            </a:extLst>
          </p:cNvPr>
          <p:cNvSpPr/>
          <p:nvPr userDrawn="1"/>
        </p:nvSpPr>
        <p:spPr>
          <a:xfrm>
            <a:off x="309563" y="274320"/>
            <a:ext cx="11572875" cy="6309360"/>
          </a:xfrm>
          <a:prstGeom prst="roundRect">
            <a:avLst>
              <a:gd name="adj" fmla="val 5258"/>
            </a:avLst>
          </a:prstGeom>
          <a:solidFill>
            <a:schemeClr val="accent4">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re 1">
            <a:extLst>
              <a:ext uri="{FF2B5EF4-FFF2-40B4-BE49-F238E27FC236}">
                <a16:creationId xmlns:a16="http://schemas.microsoft.com/office/drawing/2014/main" id="{32772C41-A024-2F33-1F04-21E003FA7291}"/>
              </a:ext>
            </a:extLst>
          </p:cNvPr>
          <p:cNvSpPr>
            <a:spLocks noGrp="1"/>
          </p:cNvSpPr>
          <p:nvPr>
            <p:ph type="ctrTitle"/>
          </p:nvPr>
        </p:nvSpPr>
        <p:spPr>
          <a:xfrm>
            <a:off x="5029200" y="1737360"/>
            <a:ext cx="6400800" cy="3383280"/>
          </a:xfrm>
        </p:spPr>
        <p:txBody>
          <a:bodyPr rtlCol="0" anchor="b">
            <a:normAutofit/>
          </a:bodyPr>
          <a:lstStyle>
            <a:lvl1pPr algn="l">
              <a:defRPr sz="4800"/>
            </a:lvl1pPr>
          </a:lstStyle>
          <a:p>
            <a:pPr rtl="0"/>
            <a:r>
              <a:rPr lang="fr-FR"/>
              <a:t>Modifiez le style du titre</a:t>
            </a:r>
            <a:endParaRPr lang="fr"/>
          </a:p>
        </p:txBody>
      </p:sp>
      <p:sp>
        <p:nvSpPr>
          <p:cNvPr id="3" name="Sous-titre 2">
            <a:extLst>
              <a:ext uri="{FF2B5EF4-FFF2-40B4-BE49-F238E27FC236}">
                <a16:creationId xmlns:a16="http://schemas.microsoft.com/office/drawing/2014/main" id="{473BC2DF-9C2A-052C-AD2C-0A8ABAA50374}"/>
              </a:ext>
            </a:extLst>
          </p:cNvPr>
          <p:cNvSpPr>
            <a:spLocks noGrp="1"/>
          </p:cNvSpPr>
          <p:nvPr>
            <p:ph type="subTitle" idx="1"/>
          </p:nvPr>
        </p:nvSpPr>
        <p:spPr>
          <a:xfrm>
            <a:off x="5029200" y="5394960"/>
            <a:ext cx="6400800" cy="914400"/>
          </a:xfrm>
        </p:spPr>
        <p:txBody>
          <a:bodyPr rtlCol="0"/>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fr-FR"/>
              <a:t>Modifiez le style des sous-titres du masque</a:t>
            </a:r>
            <a:endParaRPr lang="fr"/>
          </a:p>
        </p:txBody>
      </p:sp>
    </p:spTree>
    <p:extLst>
      <p:ext uri="{BB962C8B-B14F-4D97-AF65-F5344CB8AC3E}">
        <p14:creationId xmlns:p14="http://schemas.microsoft.com/office/powerpoint/2010/main" val="15282216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et contenu 02">
    <p:bg>
      <p:bgPr>
        <a:solidFill>
          <a:schemeClr val="accent2">
            <a:lumMod val="60000"/>
            <a:lumOff val="40000"/>
            <a:alpha val="40000"/>
          </a:schemeClr>
        </a:solidFill>
        <a:effectLst/>
      </p:bgPr>
    </p:bg>
    <p:spTree>
      <p:nvGrpSpPr>
        <p:cNvPr id="1" name=""/>
        <p:cNvGrpSpPr/>
        <p:nvPr/>
      </p:nvGrpSpPr>
      <p:grpSpPr>
        <a:xfrm>
          <a:off x="0" y="0"/>
          <a:ext cx="0" cy="0"/>
          <a:chOff x="0" y="0"/>
          <a:chExt cx="0" cy="0"/>
        </a:xfrm>
      </p:grpSpPr>
      <p:sp>
        <p:nvSpPr>
          <p:cNvPr id="7" name="Rectangle arrondi 6">
            <a:extLst>
              <a:ext uri="{FF2B5EF4-FFF2-40B4-BE49-F238E27FC236}">
                <a16:creationId xmlns:a16="http://schemas.microsoft.com/office/drawing/2014/main" id="{01692597-FFF9-444F-8F77-6E784B94A346}"/>
              </a:ext>
            </a:extLst>
          </p:cNvPr>
          <p:cNvSpPr/>
          <p:nvPr userDrawn="1"/>
        </p:nvSpPr>
        <p:spPr>
          <a:xfrm>
            <a:off x="309563" y="274320"/>
            <a:ext cx="11572875" cy="6309360"/>
          </a:xfrm>
          <a:prstGeom prst="roundRect">
            <a:avLst>
              <a:gd name="adj" fmla="val 5258"/>
            </a:avLst>
          </a:prstGeom>
          <a:solidFill>
            <a:schemeClr val="accent2">
              <a:lumMod val="60000"/>
              <a:lumOff val="4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9" name="Titre 1">
            <a:extLst>
              <a:ext uri="{FF2B5EF4-FFF2-40B4-BE49-F238E27FC236}">
                <a16:creationId xmlns:a16="http://schemas.microsoft.com/office/drawing/2014/main" id="{3258B21D-A539-48D1-461B-7C16E045AD38}"/>
              </a:ext>
            </a:extLst>
          </p:cNvPr>
          <p:cNvSpPr>
            <a:spLocks noGrp="1"/>
          </p:cNvSpPr>
          <p:nvPr>
            <p:ph type="title"/>
          </p:nvPr>
        </p:nvSpPr>
        <p:spPr>
          <a:xfrm>
            <a:off x="731520" y="2203704"/>
            <a:ext cx="4937760" cy="4023360"/>
          </a:xfrm>
        </p:spPr>
        <p:txBody>
          <a:bodyPr lIns="0" tIns="0" rIns="0" bIns="0" rtlCol="0">
            <a:normAutofit/>
          </a:bodyPr>
          <a:lstStyle>
            <a:lvl1pPr algn="ctr">
              <a:defRPr sz="3600"/>
            </a:lvl1pPr>
          </a:lstStyle>
          <a:p>
            <a:pPr rtl="0"/>
            <a:r>
              <a:rPr lang="fr-FR"/>
              <a:t>Modifiez le style du titre</a:t>
            </a:r>
            <a:endParaRPr lang="fr"/>
          </a:p>
        </p:txBody>
      </p:sp>
      <p:sp>
        <p:nvSpPr>
          <p:cNvPr id="10" name="Espace réservé du contenu 2">
            <a:extLst>
              <a:ext uri="{FF2B5EF4-FFF2-40B4-BE49-F238E27FC236}">
                <a16:creationId xmlns:a16="http://schemas.microsoft.com/office/drawing/2014/main" id="{81D1FCDB-AFA4-5977-8DBB-07E6F6BDDFC6}"/>
              </a:ext>
            </a:extLst>
          </p:cNvPr>
          <p:cNvSpPr>
            <a:spLocks noGrp="1"/>
          </p:cNvSpPr>
          <p:nvPr>
            <p:ph idx="1"/>
          </p:nvPr>
        </p:nvSpPr>
        <p:spPr>
          <a:xfrm>
            <a:off x="6099048" y="2203704"/>
            <a:ext cx="5303520" cy="4023360"/>
          </a:xfrm>
        </p:spPr>
        <p:txBody>
          <a:bodyPr rtlCol="0" anchor="ctr" anchorCtr="0"/>
          <a:lstStyle>
            <a:lvl1pPr marL="457200" indent="-457200">
              <a:buClr>
                <a:schemeClr val="accent1"/>
              </a:buClr>
              <a:buSzPct val="90000"/>
              <a:defRPr sz="1800"/>
            </a:lvl1pPr>
            <a:lvl2pPr marL="914400" indent="-228600">
              <a:buClr>
                <a:schemeClr val="accent1"/>
              </a:buClr>
              <a:buSzPct val="90000"/>
              <a:defRPr sz="1600"/>
            </a:lvl2pPr>
            <a:lvl3pPr marL="1371600" indent="-228600">
              <a:buClr>
                <a:schemeClr val="accent1"/>
              </a:buClr>
              <a:buSzPct val="90000"/>
              <a:defRPr sz="1600"/>
            </a:lvl3pPr>
            <a:lvl4pPr marL="1828800" indent="-228600">
              <a:buClr>
                <a:schemeClr val="accent1"/>
              </a:buClr>
              <a:buSzPct val="90000"/>
              <a:defRPr sz="1600"/>
            </a:lvl4pPr>
            <a:lvl5pPr marL="2286000" indent="-228600">
              <a:buClr>
                <a:schemeClr val="accent1"/>
              </a:buClr>
              <a:buSzPct val="90000"/>
              <a:defRPr sz="1600"/>
            </a:lvl5pPr>
          </a:lstStyle>
          <a:p>
            <a:pPr lvl="0" rtl="0"/>
            <a:r>
              <a:rPr lang="fr-FR"/>
              <a:t>Cliquez pour modifier les styles du texte du masque</a:t>
            </a:r>
          </a:p>
          <a:p>
            <a:pPr lvl="1" rtl="0"/>
            <a:r>
              <a:rPr lang="fr-FR"/>
              <a:t>Deuxième niveau</a:t>
            </a:r>
          </a:p>
          <a:p>
            <a:pPr lvl="2" rtl="0"/>
            <a:r>
              <a:rPr lang="fr-FR"/>
              <a:t>Troisième niveau</a:t>
            </a:r>
          </a:p>
          <a:p>
            <a:pPr lvl="3" rtl="0"/>
            <a:r>
              <a:rPr lang="fr-FR"/>
              <a:t>Quatrième niveau</a:t>
            </a:r>
          </a:p>
          <a:p>
            <a:pPr lvl="4" rtl="0"/>
            <a:r>
              <a:rPr lang="fr-FR"/>
              <a:t>Cinquième niveau</a:t>
            </a:r>
            <a:endParaRPr lang="fr"/>
          </a:p>
        </p:txBody>
      </p:sp>
    </p:spTree>
    <p:extLst>
      <p:ext uri="{BB962C8B-B14F-4D97-AF65-F5344CB8AC3E}">
        <p14:creationId xmlns:p14="http://schemas.microsoft.com/office/powerpoint/2010/main" val="3752452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re + sous-titre + image">
    <p:spTree>
      <p:nvGrpSpPr>
        <p:cNvPr id="1" name=""/>
        <p:cNvGrpSpPr/>
        <p:nvPr/>
      </p:nvGrpSpPr>
      <p:grpSpPr>
        <a:xfrm>
          <a:off x="0" y="0"/>
          <a:ext cx="0" cy="0"/>
          <a:chOff x="0" y="0"/>
          <a:chExt cx="0" cy="0"/>
        </a:xfrm>
      </p:grpSpPr>
      <p:sp>
        <p:nvSpPr>
          <p:cNvPr id="8" name="Rectangle arrondi 7">
            <a:extLst>
              <a:ext uri="{FF2B5EF4-FFF2-40B4-BE49-F238E27FC236}">
                <a16:creationId xmlns:a16="http://schemas.microsoft.com/office/drawing/2014/main" id="{174DF79A-DA68-AFDD-C02D-2450DEA0DA9D}"/>
              </a:ext>
            </a:extLst>
          </p:cNvPr>
          <p:cNvSpPr/>
          <p:nvPr userDrawn="1"/>
        </p:nvSpPr>
        <p:spPr>
          <a:xfrm>
            <a:off x="309563" y="274320"/>
            <a:ext cx="11572875" cy="6309360"/>
          </a:xfrm>
          <a:prstGeom prst="roundRect">
            <a:avLst>
              <a:gd name="adj" fmla="val 5258"/>
            </a:avLst>
          </a:prstGeom>
          <a:solidFill>
            <a:schemeClr val="accent4">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re 1">
            <a:extLst>
              <a:ext uri="{FF2B5EF4-FFF2-40B4-BE49-F238E27FC236}">
                <a16:creationId xmlns:a16="http://schemas.microsoft.com/office/drawing/2014/main" id="{32772C41-A024-2F33-1F04-21E003FA7291}"/>
              </a:ext>
            </a:extLst>
          </p:cNvPr>
          <p:cNvSpPr>
            <a:spLocks noGrp="1"/>
          </p:cNvSpPr>
          <p:nvPr>
            <p:ph type="ctrTitle"/>
          </p:nvPr>
        </p:nvSpPr>
        <p:spPr>
          <a:xfrm>
            <a:off x="5029200" y="1737360"/>
            <a:ext cx="6400800" cy="3383280"/>
          </a:xfrm>
        </p:spPr>
        <p:txBody>
          <a:bodyPr rtlCol="0" anchor="b">
            <a:normAutofit/>
          </a:bodyPr>
          <a:lstStyle>
            <a:lvl1pPr algn="l">
              <a:defRPr sz="4800"/>
            </a:lvl1pPr>
          </a:lstStyle>
          <a:p>
            <a:pPr rtl="0"/>
            <a:r>
              <a:rPr lang="fr-FR"/>
              <a:t>Modifiez le style du titre</a:t>
            </a:r>
            <a:endParaRPr lang="fr"/>
          </a:p>
        </p:txBody>
      </p:sp>
      <p:sp>
        <p:nvSpPr>
          <p:cNvPr id="3" name="Sous-titre 2">
            <a:extLst>
              <a:ext uri="{FF2B5EF4-FFF2-40B4-BE49-F238E27FC236}">
                <a16:creationId xmlns:a16="http://schemas.microsoft.com/office/drawing/2014/main" id="{473BC2DF-9C2A-052C-AD2C-0A8ABAA50374}"/>
              </a:ext>
            </a:extLst>
          </p:cNvPr>
          <p:cNvSpPr>
            <a:spLocks noGrp="1"/>
          </p:cNvSpPr>
          <p:nvPr>
            <p:ph type="subTitle" idx="1"/>
          </p:nvPr>
        </p:nvSpPr>
        <p:spPr>
          <a:xfrm>
            <a:off x="5029200" y="5394960"/>
            <a:ext cx="6400800" cy="731520"/>
          </a:xfrm>
        </p:spPr>
        <p:txBody>
          <a:bodyPr rtlCol="0">
            <a:normAutofit/>
          </a:bodyPr>
          <a:lstStyle>
            <a:lvl1pPr marL="0" indent="0" algn="l">
              <a:spcBef>
                <a:spcPts val="0"/>
              </a:spcBef>
              <a:buNone/>
              <a:defRPr sz="24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fr-FR"/>
              <a:t>Modifiez le style des sous-titres du masque</a:t>
            </a:r>
            <a:endParaRPr lang="fr"/>
          </a:p>
        </p:txBody>
      </p:sp>
      <p:sp>
        <p:nvSpPr>
          <p:cNvPr id="10" name="Espace réservé à l'image 9">
            <a:extLst>
              <a:ext uri="{FF2B5EF4-FFF2-40B4-BE49-F238E27FC236}">
                <a16:creationId xmlns:a16="http://schemas.microsoft.com/office/drawing/2014/main" id="{E805F030-D6EA-F6A3-3B68-7FD969DD8F65}"/>
              </a:ext>
            </a:extLst>
          </p:cNvPr>
          <p:cNvSpPr>
            <a:spLocks noGrp="1"/>
          </p:cNvSpPr>
          <p:nvPr>
            <p:ph type="pic" sz="quarter" idx="13"/>
          </p:nvPr>
        </p:nvSpPr>
        <p:spPr>
          <a:xfrm>
            <a:off x="731520" y="685800"/>
            <a:ext cx="3840480" cy="5486400"/>
          </a:xfrm>
          <a:custGeom>
            <a:avLst/>
            <a:gdLst>
              <a:gd name="connsiteX0" fmla="*/ 328822 w 3840480"/>
              <a:gd name="connsiteY0" fmla="*/ 0 h 5486400"/>
              <a:gd name="connsiteX1" fmla="*/ 3511658 w 3840480"/>
              <a:gd name="connsiteY1" fmla="*/ 0 h 5486400"/>
              <a:gd name="connsiteX2" fmla="*/ 3840480 w 3840480"/>
              <a:gd name="connsiteY2" fmla="*/ 328822 h 5486400"/>
              <a:gd name="connsiteX3" fmla="*/ 3840480 w 3840480"/>
              <a:gd name="connsiteY3" fmla="*/ 5157578 h 5486400"/>
              <a:gd name="connsiteX4" fmla="*/ 3511658 w 3840480"/>
              <a:gd name="connsiteY4" fmla="*/ 5486400 h 5486400"/>
              <a:gd name="connsiteX5" fmla="*/ 328822 w 3840480"/>
              <a:gd name="connsiteY5" fmla="*/ 5486400 h 5486400"/>
              <a:gd name="connsiteX6" fmla="*/ 0 w 3840480"/>
              <a:gd name="connsiteY6" fmla="*/ 5157578 h 5486400"/>
              <a:gd name="connsiteX7" fmla="*/ 0 w 3840480"/>
              <a:gd name="connsiteY7" fmla="*/ 328822 h 5486400"/>
              <a:gd name="connsiteX8" fmla="*/ 328822 w 3840480"/>
              <a:gd name="connsiteY8" fmla="*/ 0 h 548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40480" h="5486400">
                <a:moveTo>
                  <a:pt x="328822" y="0"/>
                </a:moveTo>
                <a:lnTo>
                  <a:pt x="3511658" y="0"/>
                </a:lnTo>
                <a:cubicBezTo>
                  <a:pt x="3693261" y="0"/>
                  <a:pt x="3840480" y="147219"/>
                  <a:pt x="3840480" y="328822"/>
                </a:cubicBezTo>
                <a:lnTo>
                  <a:pt x="3840480" y="5157578"/>
                </a:lnTo>
                <a:cubicBezTo>
                  <a:pt x="3840480" y="5339181"/>
                  <a:pt x="3693261" y="5486400"/>
                  <a:pt x="3511658" y="5486400"/>
                </a:cubicBezTo>
                <a:lnTo>
                  <a:pt x="328822" y="5486400"/>
                </a:lnTo>
                <a:cubicBezTo>
                  <a:pt x="147219" y="5486400"/>
                  <a:pt x="0" y="5339181"/>
                  <a:pt x="0" y="5157578"/>
                </a:cubicBezTo>
                <a:lnTo>
                  <a:pt x="0" y="328822"/>
                </a:lnTo>
                <a:cubicBezTo>
                  <a:pt x="0" y="147219"/>
                  <a:pt x="147219" y="0"/>
                  <a:pt x="328822" y="0"/>
                </a:cubicBezTo>
                <a:close/>
              </a:path>
            </a:pathLst>
          </a:custGeom>
        </p:spPr>
        <p:txBody>
          <a:bodyPr wrap="square" rtlCol="0">
            <a:noAutofit/>
          </a:bodyPr>
          <a:lstStyle>
            <a:lvl1pPr marL="0" indent="0">
              <a:buNone/>
              <a:defRPr/>
            </a:lvl1pPr>
          </a:lstStyle>
          <a:p>
            <a:pPr rtl="0"/>
            <a:r>
              <a:rPr lang="fr-FR"/>
              <a:t>Cliquez sur l'icône pour ajouter une image</a:t>
            </a:r>
            <a:endParaRPr lang="en-US" dirty="0"/>
          </a:p>
        </p:txBody>
      </p:sp>
    </p:spTree>
    <p:extLst>
      <p:ext uri="{BB962C8B-B14F-4D97-AF65-F5344CB8AC3E}">
        <p14:creationId xmlns:p14="http://schemas.microsoft.com/office/powerpoint/2010/main" val="19760976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eux contenus 01">
    <p:bg>
      <p:bgPr>
        <a:solidFill>
          <a:schemeClr val="accent2">
            <a:lumMod val="60000"/>
            <a:lumOff val="40000"/>
            <a:alpha val="40000"/>
          </a:schemeClr>
        </a:solidFill>
        <a:effectLst/>
      </p:bgPr>
    </p:bg>
    <p:spTree>
      <p:nvGrpSpPr>
        <p:cNvPr id="1" name=""/>
        <p:cNvGrpSpPr/>
        <p:nvPr/>
      </p:nvGrpSpPr>
      <p:grpSpPr>
        <a:xfrm>
          <a:off x="0" y="0"/>
          <a:ext cx="0" cy="0"/>
          <a:chOff x="0" y="0"/>
          <a:chExt cx="0" cy="0"/>
        </a:xfrm>
      </p:grpSpPr>
      <p:sp>
        <p:nvSpPr>
          <p:cNvPr id="8" name="Rectangle arrondi 7">
            <a:extLst>
              <a:ext uri="{FF2B5EF4-FFF2-40B4-BE49-F238E27FC236}">
                <a16:creationId xmlns:a16="http://schemas.microsoft.com/office/drawing/2014/main" id="{50AA9A03-5219-5FDB-8F76-14B9889332A1}"/>
              </a:ext>
            </a:extLst>
          </p:cNvPr>
          <p:cNvSpPr/>
          <p:nvPr userDrawn="1"/>
        </p:nvSpPr>
        <p:spPr>
          <a:xfrm>
            <a:off x="309563" y="274320"/>
            <a:ext cx="11572875" cy="6309360"/>
          </a:xfrm>
          <a:prstGeom prst="roundRect">
            <a:avLst>
              <a:gd name="adj" fmla="val 5258"/>
            </a:avLst>
          </a:prstGeom>
          <a:solidFill>
            <a:schemeClr val="accent2">
              <a:lumMod val="60000"/>
              <a:lumOff val="4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re 1">
            <a:extLst>
              <a:ext uri="{FF2B5EF4-FFF2-40B4-BE49-F238E27FC236}">
                <a16:creationId xmlns:a16="http://schemas.microsoft.com/office/drawing/2014/main" id="{0C40C44A-93E6-6C58-5E88-AFDC594EC27A}"/>
              </a:ext>
            </a:extLst>
          </p:cNvPr>
          <p:cNvSpPr>
            <a:spLocks noGrp="1"/>
          </p:cNvSpPr>
          <p:nvPr>
            <p:ph type="title"/>
          </p:nvPr>
        </p:nvSpPr>
        <p:spPr>
          <a:xfrm>
            <a:off x="731520" y="731520"/>
            <a:ext cx="10698480" cy="1097280"/>
          </a:xfrm>
        </p:spPr>
        <p:txBody>
          <a:bodyPr rtlCol="0" anchor="b" anchorCtr="0">
            <a:normAutofit/>
          </a:bodyPr>
          <a:lstStyle>
            <a:lvl1pPr algn="ctr">
              <a:defRPr sz="3600"/>
            </a:lvl1pPr>
          </a:lstStyle>
          <a:p>
            <a:pPr rtl="0"/>
            <a:r>
              <a:rPr lang="fr-FR"/>
              <a:t>Modifiez le style du titre</a:t>
            </a:r>
            <a:endParaRPr lang="fr"/>
          </a:p>
        </p:txBody>
      </p:sp>
      <p:sp>
        <p:nvSpPr>
          <p:cNvPr id="10" name="Espace réservé du contenu 2">
            <a:extLst>
              <a:ext uri="{FF2B5EF4-FFF2-40B4-BE49-F238E27FC236}">
                <a16:creationId xmlns:a16="http://schemas.microsoft.com/office/drawing/2014/main" id="{CBBE321C-2EF3-1AF9-6D78-453D4F3CC11E}"/>
              </a:ext>
            </a:extLst>
          </p:cNvPr>
          <p:cNvSpPr>
            <a:spLocks noGrp="1"/>
          </p:cNvSpPr>
          <p:nvPr>
            <p:ph idx="1"/>
          </p:nvPr>
        </p:nvSpPr>
        <p:spPr>
          <a:xfrm>
            <a:off x="749808" y="2340864"/>
            <a:ext cx="3849624" cy="3840480"/>
          </a:xfrm>
        </p:spPr>
        <p:txBody>
          <a:bodyPr lIns="0" tIns="0" rIns="0" bIns="0" rtlCol="0" anchor="t" anchorCtr="0"/>
          <a:lstStyle>
            <a:lvl1pPr marL="457200" indent="-457200">
              <a:buClr>
                <a:schemeClr val="accent1"/>
              </a:buClr>
              <a:buSzPct val="90000"/>
              <a:defRPr sz="1800"/>
            </a:lvl1pPr>
            <a:lvl2pPr marL="914400" indent="-228600">
              <a:buClr>
                <a:schemeClr val="accent1"/>
              </a:buClr>
              <a:buSzPct val="90000"/>
              <a:defRPr sz="1600"/>
            </a:lvl2pPr>
            <a:lvl3pPr marL="1371600" indent="-228600">
              <a:buClr>
                <a:schemeClr val="accent1"/>
              </a:buClr>
              <a:buSzPct val="90000"/>
              <a:defRPr sz="1600"/>
            </a:lvl3pPr>
            <a:lvl4pPr marL="1828800" indent="-228600">
              <a:buClr>
                <a:schemeClr val="accent1"/>
              </a:buClr>
              <a:buSzPct val="90000"/>
              <a:defRPr sz="1600"/>
            </a:lvl4pPr>
            <a:lvl5pPr marL="2286000" indent="-228600">
              <a:buClr>
                <a:schemeClr val="accent1"/>
              </a:buClr>
              <a:buSzPct val="90000"/>
              <a:defRPr sz="1600"/>
            </a:lvl5pPr>
          </a:lstStyle>
          <a:p>
            <a:pPr lvl="0" rtl="0"/>
            <a:r>
              <a:rPr lang="fr-FR"/>
              <a:t>Cliquez pour modifier les styles du texte du masque</a:t>
            </a:r>
          </a:p>
          <a:p>
            <a:pPr lvl="1" rtl="0"/>
            <a:r>
              <a:rPr lang="fr-FR"/>
              <a:t>Deuxième niveau</a:t>
            </a:r>
          </a:p>
          <a:p>
            <a:pPr lvl="2" rtl="0"/>
            <a:r>
              <a:rPr lang="fr-FR"/>
              <a:t>Troisième niveau</a:t>
            </a:r>
          </a:p>
          <a:p>
            <a:pPr lvl="3" rtl="0"/>
            <a:r>
              <a:rPr lang="fr-FR"/>
              <a:t>Quatrième niveau</a:t>
            </a:r>
          </a:p>
          <a:p>
            <a:pPr lvl="4" rtl="0"/>
            <a:r>
              <a:rPr lang="fr-FR"/>
              <a:t>Cinquième niveau</a:t>
            </a:r>
            <a:endParaRPr lang="fr"/>
          </a:p>
        </p:txBody>
      </p:sp>
      <p:sp>
        <p:nvSpPr>
          <p:cNvPr id="14" name="Espace réservé du texte 13">
            <a:extLst>
              <a:ext uri="{FF2B5EF4-FFF2-40B4-BE49-F238E27FC236}">
                <a16:creationId xmlns:a16="http://schemas.microsoft.com/office/drawing/2014/main" id="{C7F250DD-8A39-BA2C-52AA-D45675F76B14}"/>
              </a:ext>
            </a:extLst>
          </p:cNvPr>
          <p:cNvSpPr>
            <a:spLocks noGrp="1"/>
          </p:cNvSpPr>
          <p:nvPr>
            <p:ph type="body" sz="quarter" idx="14"/>
          </p:nvPr>
        </p:nvSpPr>
        <p:spPr>
          <a:xfrm>
            <a:off x="5549900" y="2341563"/>
            <a:ext cx="5815584" cy="452437"/>
          </a:xfrm>
        </p:spPr>
        <p:txBody>
          <a:bodyPr lIns="0" tIns="0" rIns="0" bIns="0" rtlCol="0">
            <a:noAutofit/>
          </a:bodyPr>
          <a:lstStyle>
            <a:lvl1pPr marL="0" indent="0">
              <a:spcBef>
                <a:spcPts val="0"/>
              </a:spcBef>
              <a:buNone/>
              <a:defRPr sz="1800"/>
            </a:lvl1pPr>
          </a:lstStyle>
          <a:p>
            <a:pPr lvl="0" rtl="0"/>
            <a:r>
              <a:rPr lang="fr-FR"/>
              <a:t>Cliquez pour modifier les styles du texte du masque</a:t>
            </a:r>
          </a:p>
        </p:txBody>
      </p:sp>
      <p:sp>
        <p:nvSpPr>
          <p:cNvPr id="12" name="Espace réservé du contenu 2">
            <a:extLst>
              <a:ext uri="{FF2B5EF4-FFF2-40B4-BE49-F238E27FC236}">
                <a16:creationId xmlns:a16="http://schemas.microsoft.com/office/drawing/2014/main" id="{D7967943-29F6-8B4F-D85A-3E3BC79F55C3}"/>
              </a:ext>
            </a:extLst>
          </p:cNvPr>
          <p:cNvSpPr>
            <a:spLocks noGrp="1"/>
          </p:cNvSpPr>
          <p:nvPr>
            <p:ph idx="13"/>
          </p:nvPr>
        </p:nvSpPr>
        <p:spPr>
          <a:xfrm>
            <a:off x="5550408" y="2794683"/>
            <a:ext cx="5696712" cy="3532965"/>
          </a:xfrm>
        </p:spPr>
        <p:txBody>
          <a:bodyPr rtlCol="0" anchor="t" anchorCtr="0"/>
          <a:lstStyle>
            <a:lvl1pPr marL="457200" indent="-457200">
              <a:buClr>
                <a:schemeClr val="accent1"/>
              </a:buClr>
              <a:buSzPct val="90000"/>
              <a:defRPr sz="1800"/>
            </a:lvl1pPr>
            <a:lvl2pPr marL="914400" indent="-228600">
              <a:buClr>
                <a:schemeClr val="accent1"/>
              </a:buClr>
              <a:buSzPct val="90000"/>
              <a:defRPr sz="1600"/>
            </a:lvl2pPr>
            <a:lvl3pPr marL="1371600" indent="-228600">
              <a:buClr>
                <a:schemeClr val="accent1"/>
              </a:buClr>
              <a:buSzPct val="90000"/>
              <a:defRPr sz="1600"/>
            </a:lvl3pPr>
            <a:lvl4pPr marL="1828800" indent="-228600">
              <a:buClr>
                <a:schemeClr val="accent1"/>
              </a:buClr>
              <a:buSzPct val="90000"/>
              <a:defRPr sz="1600"/>
            </a:lvl4pPr>
            <a:lvl5pPr marL="2286000" indent="-228600">
              <a:buClr>
                <a:schemeClr val="accent1"/>
              </a:buClr>
              <a:buSzPct val="90000"/>
              <a:defRPr sz="1600"/>
            </a:lvl5pPr>
          </a:lstStyle>
          <a:p>
            <a:pPr lvl="0" rtl="0"/>
            <a:r>
              <a:rPr lang="fr-FR"/>
              <a:t>Cliquez pour modifier les styles du texte du masque</a:t>
            </a:r>
          </a:p>
          <a:p>
            <a:pPr lvl="1" rtl="0"/>
            <a:r>
              <a:rPr lang="fr-FR"/>
              <a:t>Deuxième niveau</a:t>
            </a:r>
          </a:p>
          <a:p>
            <a:pPr lvl="2" rtl="0"/>
            <a:r>
              <a:rPr lang="fr-FR"/>
              <a:t>Troisième niveau</a:t>
            </a:r>
          </a:p>
          <a:p>
            <a:pPr lvl="3" rtl="0"/>
            <a:r>
              <a:rPr lang="fr-FR"/>
              <a:t>Quatrième niveau</a:t>
            </a:r>
          </a:p>
          <a:p>
            <a:pPr lvl="4" rtl="0"/>
            <a:r>
              <a:rPr lang="fr-FR"/>
              <a:t>Cinquième niveau</a:t>
            </a:r>
            <a:endParaRPr lang="fr"/>
          </a:p>
        </p:txBody>
      </p:sp>
      <p:sp>
        <p:nvSpPr>
          <p:cNvPr id="5" name="Date de l'espace réservé 4">
            <a:extLst>
              <a:ext uri="{FF2B5EF4-FFF2-40B4-BE49-F238E27FC236}">
                <a16:creationId xmlns:a16="http://schemas.microsoft.com/office/drawing/2014/main" id="{C6CFCEB5-4092-FD13-478E-51CD74FDB82E}"/>
              </a:ext>
            </a:extLst>
          </p:cNvPr>
          <p:cNvSpPr>
            <a:spLocks noGrp="1"/>
          </p:cNvSpPr>
          <p:nvPr>
            <p:ph type="dt" sz="half" idx="10"/>
          </p:nvPr>
        </p:nvSpPr>
        <p:spPr/>
        <p:txBody>
          <a:bodyPr rtlCol="0"/>
          <a:lstStyle/>
          <a:p>
            <a:pPr rtl="0"/>
            <a:fld id="{D6D8061D-18C3-4F4F-85EF-561633F58754}" type="datetimeFigureOut">
              <a:rPr lang="en-US" smtClean="0"/>
              <a:t>1/15/2026</a:t>
            </a:fld>
            <a:endParaRPr lang="en-US" dirty="0"/>
          </a:p>
        </p:txBody>
      </p:sp>
      <p:sp>
        <p:nvSpPr>
          <p:cNvPr id="6" name="Pied de page Espace réservé 5">
            <a:extLst>
              <a:ext uri="{FF2B5EF4-FFF2-40B4-BE49-F238E27FC236}">
                <a16:creationId xmlns:a16="http://schemas.microsoft.com/office/drawing/2014/main" id="{5D077A4D-E7C0-912D-293F-D93F0CB5CA49}"/>
              </a:ext>
            </a:extLst>
          </p:cNvPr>
          <p:cNvSpPr>
            <a:spLocks noGrp="1"/>
          </p:cNvSpPr>
          <p:nvPr>
            <p:ph type="ftr" sz="quarter" idx="11"/>
          </p:nvPr>
        </p:nvSpPr>
        <p:spPr/>
        <p:txBody>
          <a:bodyPr rtlCol="0"/>
          <a:lstStyle/>
          <a:p>
            <a:pPr rtl="0"/>
            <a:endParaRPr lang="en-US" dirty="0"/>
          </a:p>
        </p:txBody>
      </p:sp>
      <p:sp>
        <p:nvSpPr>
          <p:cNvPr id="7" name="Espace réservé du numéro de diapositive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rtlCol="0"/>
          <a:lstStyle/>
          <a:p>
            <a:pPr rtl="0"/>
            <a:fld id="{CBD12358-51D2-46B3-9BDE-DF29528B9454}" type="slidenum">
              <a:rPr lang="en-US" smtClean="0"/>
              <a:t>‹N°›</a:t>
            </a:fld>
            <a:endParaRPr lang="en-US" dirty="0"/>
          </a:p>
        </p:txBody>
      </p:sp>
      <p:cxnSp>
        <p:nvCxnSpPr>
          <p:cNvPr id="9" name="Connecteur droit 8">
            <a:extLst>
              <a:ext uri="{FF2B5EF4-FFF2-40B4-BE49-F238E27FC236}">
                <a16:creationId xmlns:a16="http://schemas.microsoft.com/office/drawing/2014/main" id="{E8FA209F-9796-B2AD-2E33-AE47DA0240A3}"/>
              </a:ext>
            </a:extLst>
          </p:cNvPr>
          <p:cNvCxnSpPr/>
          <p:nvPr userDrawn="1"/>
        </p:nvCxnSpPr>
        <p:spPr>
          <a:xfrm>
            <a:off x="5043951" y="2342232"/>
            <a:ext cx="0" cy="3843128"/>
          </a:xfrm>
          <a:prstGeom prst="line">
            <a:avLst/>
          </a:prstGeom>
          <a:ln w="38100" cap="rnd">
            <a:solidFill>
              <a:schemeClr val="accent2">
                <a:lumMod val="20000"/>
                <a:lumOff val="80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4037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u + image ">
    <p:bg>
      <p:bgPr>
        <a:solidFill>
          <a:schemeClr val="accent2">
            <a:lumMod val="60000"/>
            <a:lumOff val="40000"/>
            <a:alpha val="40000"/>
          </a:schemeClr>
        </a:solidFill>
        <a:effectLst/>
      </p:bgPr>
    </p:bg>
    <p:spTree>
      <p:nvGrpSpPr>
        <p:cNvPr id="1" name=""/>
        <p:cNvGrpSpPr/>
        <p:nvPr/>
      </p:nvGrpSpPr>
      <p:grpSpPr>
        <a:xfrm>
          <a:off x="0" y="0"/>
          <a:ext cx="0" cy="0"/>
          <a:chOff x="0" y="0"/>
          <a:chExt cx="0" cy="0"/>
        </a:xfrm>
      </p:grpSpPr>
      <p:sp>
        <p:nvSpPr>
          <p:cNvPr id="4" name="Rectangle arrondi 3">
            <a:extLst>
              <a:ext uri="{FF2B5EF4-FFF2-40B4-BE49-F238E27FC236}">
                <a16:creationId xmlns:a16="http://schemas.microsoft.com/office/drawing/2014/main" id="{21498A30-8462-D4F7-33E4-52016881ECBA}"/>
              </a:ext>
            </a:extLst>
          </p:cNvPr>
          <p:cNvSpPr/>
          <p:nvPr userDrawn="1"/>
        </p:nvSpPr>
        <p:spPr>
          <a:xfrm>
            <a:off x="309563" y="274320"/>
            <a:ext cx="11572875" cy="6309360"/>
          </a:xfrm>
          <a:prstGeom prst="roundRect">
            <a:avLst>
              <a:gd name="adj" fmla="val 5258"/>
            </a:avLst>
          </a:prstGeom>
          <a:solidFill>
            <a:schemeClr val="accent2">
              <a:lumMod val="60000"/>
              <a:lumOff val="4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9" name="Titre 1">
            <a:extLst>
              <a:ext uri="{FF2B5EF4-FFF2-40B4-BE49-F238E27FC236}">
                <a16:creationId xmlns:a16="http://schemas.microsoft.com/office/drawing/2014/main" id="{ED119E5E-F8F1-0767-C2E4-4F21FEBDAAFC}"/>
              </a:ext>
            </a:extLst>
          </p:cNvPr>
          <p:cNvSpPr>
            <a:spLocks noGrp="1"/>
          </p:cNvSpPr>
          <p:nvPr>
            <p:ph type="ctrTitle"/>
          </p:nvPr>
        </p:nvSpPr>
        <p:spPr>
          <a:xfrm>
            <a:off x="731520" y="1554480"/>
            <a:ext cx="6400800" cy="2103120"/>
          </a:xfrm>
        </p:spPr>
        <p:txBody>
          <a:bodyPr rtlCol="0" anchor="ctr">
            <a:normAutofit/>
          </a:bodyPr>
          <a:lstStyle>
            <a:lvl1pPr algn="ctr">
              <a:defRPr sz="3600"/>
            </a:lvl1pPr>
          </a:lstStyle>
          <a:p>
            <a:pPr rtl="0"/>
            <a:r>
              <a:rPr lang="fr-FR"/>
              <a:t>Modifiez le style du titre</a:t>
            </a:r>
            <a:endParaRPr lang="fr"/>
          </a:p>
        </p:txBody>
      </p:sp>
      <p:sp>
        <p:nvSpPr>
          <p:cNvPr id="11" name="Espace réservé du contenu 2">
            <a:extLst>
              <a:ext uri="{FF2B5EF4-FFF2-40B4-BE49-F238E27FC236}">
                <a16:creationId xmlns:a16="http://schemas.microsoft.com/office/drawing/2014/main" id="{F48D61E1-F43F-7EC3-A01D-52F8769F1003}"/>
              </a:ext>
            </a:extLst>
          </p:cNvPr>
          <p:cNvSpPr>
            <a:spLocks noGrp="1"/>
          </p:cNvSpPr>
          <p:nvPr>
            <p:ph idx="1"/>
          </p:nvPr>
        </p:nvSpPr>
        <p:spPr>
          <a:xfrm>
            <a:off x="731520" y="3840480"/>
            <a:ext cx="6400800" cy="2286000"/>
          </a:xfrm>
        </p:spPr>
        <p:txBody>
          <a:bodyPr lIns="91440" tIns="45720" rIns="91440" bIns="45720" rtlCol="0" anchor="t" anchorCtr="0"/>
          <a:lstStyle>
            <a:lvl1pPr marL="457200" indent="-457200">
              <a:buClr>
                <a:schemeClr val="accent1"/>
              </a:buClr>
              <a:buSzPct val="90000"/>
              <a:defRPr sz="1800"/>
            </a:lvl1pPr>
            <a:lvl2pPr marL="914400" indent="-228600">
              <a:buClr>
                <a:schemeClr val="accent1"/>
              </a:buClr>
              <a:buSzPct val="90000"/>
              <a:defRPr sz="1600"/>
            </a:lvl2pPr>
            <a:lvl3pPr marL="1371600" indent="-228600">
              <a:buClr>
                <a:schemeClr val="accent1"/>
              </a:buClr>
              <a:buSzPct val="90000"/>
              <a:defRPr sz="1600"/>
            </a:lvl3pPr>
            <a:lvl4pPr marL="1828800" indent="-228600">
              <a:buClr>
                <a:schemeClr val="accent1"/>
              </a:buClr>
              <a:buSzPct val="90000"/>
              <a:defRPr sz="1600"/>
            </a:lvl4pPr>
            <a:lvl5pPr marL="2286000" indent="-228600">
              <a:buClr>
                <a:schemeClr val="accent1"/>
              </a:buClr>
              <a:buSzPct val="90000"/>
              <a:defRPr sz="1600"/>
            </a:lvl5pPr>
          </a:lstStyle>
          <a:p>
            <a:pPr lvl="0" rtl="0"/>
            <a:r>
              <a:rPr lang="fr-FR"/>
              <a:t>Cliquez pour modifier les styles du texte du masque</a:t>
            </a:r>
          </a:p>
          <a:p>
            <a:pPr lvl="1" rtl="0"/>
            <a:r>
              <a:rPr lang="fr-FR"/>
              <a:t>Deuxième niveau</a:t>
            </a:r>
          </a:p>
          <a:p>
            <a:pPr lvl="2" rtl="0"/>
            <a:r>
              <a:rPr lang="fr-FR"/>
              <a:t>Troisième niveau</a:t>
            </a:r>
          </a:p>
          <a:p>
            <a:pPr lvl="3" rtl="0"/>
            <a:r>
              <a:rPr lang="fr-FR"/>
              <a:t>Quatrième niveau</a:t>
            </a:r>
          </a:p>
          <a:p>
            <a:pPr lvl="4" rtl="0"/>
            <a:r>
              <a:rPr lang="fr-FR"/>
              <a:t>Cinquième niveau</a:t>
            </a:r>
            <a:endParaRPr lang="fr"/>
          </a:p>
        </p:txBody>
      </p:sp>
      <p:sp>
        <p:nvSpPr>
          <p:cNvPr id="10" name="Espace réservé à l'image 9">
            <a:extLst>
              <a:ext uri="{FF2B5EF4-FFF2-40B4-BE49-F238E27FC236}">
                <a16:creationId xmlns:a16="http://schemas.microsoft.com/office/drawing/2014/main" id="{22423177-D8B7-2418-2C26-96BD628397A9}"/>
              </a:ext>
            </a:extLst>
          </p:cNvPr>
          <p:cNvSpPr>
            <a:spLocks noGrp="1"/>
          </p:cNvSpPr>
          <p:nvPr>
            <p:ph type="pic" sz="quarter" idx="13"/>
          </p:nvPr>
        </p:nvSpPr>
        <p:spPr>
          <a:xfrm>
            <a:off x="7580376" y="685800"/>
            <a:ext cx="3840480" cy="5486400"/>
          </a:xfrm>
          <a:custGeom>
            <a:avLst/>
            <a:gdLst>
              <a:gd name="connsiteX0" fmla="*/ 328822 w 3840480"/>
              <a:gd name="connsiteY0" fmla="*/ 0 h 5486400"/>
              <a:gd name="connsiteX1" fmla="*/ 3511658 w 3840480"/>
              <a:gd name="connsiteY1" fmla="*/ 0 h 5486400"/>
              <a:gd name="connsiteX2" fmla="*/ 3840480 w 3840480"/>
              <a:gd name="connsiteY2" fmla="*/ 328822 h 5486400"/>
              <a:gd name="connsiteX3" fmla="*/ 3840480 w 3840480"/>
              <a:gd name="connsiteY3" fmla="*/ 5157578 h 5486400"/>
              <a:gd name="connsiteX4" fmla="*/ 3511658 w 3840480"/>
              <a:gd name="connsiteY4" fmla="*/ 5486400 h 5486400"/>
              <a:gd name="connsiteX5" fmla="*/ 328822 w 3840480"/>
              <a:gd name="connsiteY5" fmla="*/ 5486400 h 5486400"/>
              <a:gd name="connsiteX6" fmla="*/ 0 w 3840480"/>
              <a:gd name="connsiteY6" fmla="*/ 5157578 h 5486400"/>
              <a:gd name="connsiteX7" fmla="*/ 0 w 3840480"/>
              <a:gd name="connsiteY7" fmla="*/ 328822 h 5486400"/>
              <a:gd name="connsiteX8" fmla="*/ 328822 w 3840480"/>
              <a:gd name="connsiteY8" fmla="*/ 0 h 548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40480" h="5486400">
                <a:moveTo>
                  <a:pt x="328822" y="0"/>
                </a:moveTo>
                <a:lnTo>
                  <a:pt x="3511658" y="0"/>
                </a:lnTo>
                <a:cubicBezTo>
                  <a:pt x="3693261" y="0"/>
                  <a:pt x="3840480" y="147219"/>
                  <a:pt x="3840480" y="328822"/>
                </a:cubicBezTo>
                <a:lnTo>
                  <a:pt x="3840480" y="5157578"/>
                </a:lnTo>
                <a:cubicBezTo>
                  <a:pt x="3840480" y="5339181"/>
                  <a:pt x="3693261" y="5486400"/>
                  <a:pt x="3511658" y="5486400"/>
                </a:cubicBezTo>
                <a:lnTo>
                  <a:pt x="328822" y="5486400"/>
                </a:lnTo>
                <a:cubicBezTo>
                  <a:pt x="147219" y="5486400"/>
                  <a:pt x="0" y="5339181"/>
                  <a:pt x="0" y="5157578"/>
                </a:cubicBezTo>
                <a:lnTo>
                  <a:pt x="0" y="328822"/>
                </a:lnTo>
                <a:cubicBezTo>
                  <a:pt x="0" y="147219"/>
                  <a:pt x="147219" y="0"/>
                  <a:pt x="328822" y="0"/>
                </a:cubicBezTo>
                <a:close/>
              </a:path>
            </a:pathLst>
          </a:custGeom>
        </p:spPr>
        <p:txBody>
          <a:bodyPr wrap="square" rtlCol="0">
            <a:noAutofit/>
          </a:bodyPr>
          <a:lstStyle>
            <a:lvl1pPr marL="0" indent="0">
              <a:buNone/>
              <a:defRPr/>
            </a:lvl1pPr>
          </a:lstStyle>
          <a:p>
            <a:pPr rtl="0"/>
            <a:r>
              <a:rPr lang="fr-FR"/>
              <a:t>Cliquez sur l'icône pour ajouter une image</a:t>
            </a:r>
            <a:endParaRPr lang="en-US" dirty="0"/>
          </a:p>
        </p:txBody>
      </p:sp>
      <p:sp>
        <p:nvSpPr>
          <p:cNvPr id="5" name="Date de l'espace réservé 4">
            <a:extLst>
              <a:ext uri="{FF2B5EF4-FFF2-40B4-BE49-F238E27FC236}">
                <a16:creationId xmlns:a16="http://schemas.microsoft.com/office/drawing/2014/main" id="{C6CFCEB5-4092-FD13-478E-51CD74FDB82E}"/>
              </a:ext>
            </a:extLst>
          </p:cNvPr>
          <p:cNvSpPr>
            <a:spLocks noGrp="1"/>
          </p:cNvSpPr>
          <p:nvPr>
            <p:ph type="dt" sz="half" idx="10"/>
          </p:nvPr>
        </p:nvSpPr>
        <p:spPr/>
        <p:txBody>
          <a:bodyPr rtlCol="0"/>
          <a:lstStyle/>
          <a:p>
            <a:pPr rtl="0"/>
            <a:fld id="{D6D8061D-18C3-4F4F-85EF-561633F58754}" type="datetimeFigureOut">
              <a:rPr lang="en-US" smtClean="0"/>
              <a:t>1/15/2026</a:t>
            </a:fld>
            <a:endParaRPr lang="en-US" dirty="0"/>
          </a:p>
        </p:txBody>
      </p:sp>
      <p:sp>
        <p:nvSpPr>
          <p:cNvPr id="6" name="Pied de page Espace réservé 5">
            <a:extLst>
              <a:ext uri="{FF2B5EF4-FFF2-40B4-BE49-F238E27FC236}">
                <a16:creationId xmlns:a16="http://schemas.microsoft.com/office/drawing/2014/main" id="{5D077A4D-E7C0-912D-293F-D93F0CB5CA49}"/>
              </a:ext>
            </a:extLst>
          </p:cNvPr>
          <p:cNvSpPr>
            <a:spLocks noGrp="1"/>
          </p:cNvSpPr>
          <p:nvPr>
            <p:ph type="ftr" sz="quarter" idx="11"/>
          </p:nvPr>
        </p:nvSpPr>
        <p:spPr/>
        <p:txBody>
          <a:bodyPr rtlCol="0"/>
          <a:lstStyle/>
          <a:p>
            <a:pPr rtl="0"/>
            <a:endParaRPr lang="en-US" dirty="0"/>
          </a:p>
        </p:txBody>
      </p:sp>
      <p:sp>
        <p:nvSpPr>
          <p:cNvPr id="7" name="Espace réservé du numéro de diapositive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rtlCol="0"/>
          <a:lstStyle/>
          <a:p>
            <a:pPr rtl="0"/>
            <a:fld id="{CBD12358-51D2-46B3-9BDE-DF29528B9454}" type="slidenum">
              <a:rPr lang="en-US" smtClean="0"/>
              <a:t>‹N°›</a:t>
            </a:fld>
            <a:endParaRPr lang="en-US" dirty="0"/>
          </a:p>
        </p:txBody>
      </p:sp>
    </p:spTree>
    <p:extLst>
      <p:ext uri="{BB962C8B-B14F-4D97-AF65-F5344CB8AC3E}">
        <p14:creationId xmlns:p14="http://schemas.microsoft.com/office/powerpoint/2010/main" val="13813920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eux contenus 02">
    <p:bg>
      <p:bgPr>
        <a:solidFill>
          <a:schemeClr val="accent2">
            <a:lumMod val="60000"/>
            <a:lumOff val="40000"/>
            <a:alpha val="40000"/>
          </a:schemeClr>
        </a:solidFill>
        <a:effectLst/>
      </p:bgPr>
    </p:bg>
    <p:spTree>
      <p:nvGrpSpPr>
        <p:cNvPr id="1" name=""/>
        <p:cNvGrpSpPr/>
        <p:nvPr/>
      </p:nvGrpSpPr>
      <p:grpSpPr>
        <a:xfrm>
          <a:off x="0" y="0"/>
          <a:ext cx="0" cy="0"/>
          <a:chOff x="0" y="0"/>
          <a:chExt cx="0" cy="0"/>
        </a:xfrm>
      </p:grpSpPr>
      <p:sp>
        <p:nvSpPr>
          <p:cNvPr id="8" name="Rectangle arrondi 7">
            <a:extLst>
              <a:ext uri="{FF2B5EF4-FFF2-40B4-BE49-F238E27FC236}">
                <a16:creationId xmlns:a16="http://schemas.microsoft.com/office/drawing/2014/main" id="{50AA9A03-5219-5FDB-8F76-14B9889332A1}"/>
              </a:ext>
            </a:extLst>
          </p:cNvPr>
          <p:cNvSpPr/>
          <p:nvPr userDrawn="1"/>
        </p:nvSpPr>
        <p:spPr>
          <a:xfrm>
            <a:off x="309563" y="274320"/>
            <a:ext cx="11572875" cy="6309360"/>
          </a:xfrm>
          <a:prstGeom prst="roundRect">
            <a:avLst>
              <a:gd name="adj" fmla="val 5258"/>
            </a:avLst>
          </a:prstGeom>
          <a:solidFill>
            <a:schemeClr val="accent2">
              <a:lumMod val="60000"/>
              <a:lumOff val="4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0" name="Titre 1">
            <a:extLst>
              <a:ext uri="{FF2B5EF4-FFF2-40B4-BE49-F238E27FC236}">
                <a16:creationId xmlns:a16="http://schemas.microsoft.com/office/drawing/2014/main" id="{35CB646E-623F-ACC0-0BCC-D09DB046C073}"/>
              </a:ext>
            </a:extLst>
          </p:cNvPr>
          <p:cNvSpPr>
            <a:spLocks noGrp="1"/>
          </p:cNvSpPr>
          <p:nvPr>
            <p:ph type="title"/>
          </p:nvPr>
        </p:nvSpPr>
        <p:spPr>
          <a:xfrm>
            <a:off x="731520" y="731520"/>
            <a:ext cx="10698480" cy="1097280"/>
          </a:xfrm>
        </p:spPr>
        <p:txBody>
          <a:bodyPr rtlCol="0" anchor="b" anchorCtr="0">
            <a:normAutofit/>
          </a:bodyPr>
          <a:lstStyle>
            <a:lvl1pPr algn="l">
              <a:defRPr sz="3600"/>
            </a:lvl1pPr>
          </a:lstStyle>
          <a:p>
            <a:pPr rtl="0"/>
            <a:r>
              <a:rPr lang="fr-FR"/>
              <a:t>Modifiez le style du titre</a:t>
            </a:r>
            <a:endParaRPr lang="fr"/>
          </a:p>
        </p:txBody>
      </p:sp>
      <p:sp>
        <p:nvSpPr>
          <p:cNvPr id="3" name="Espace réservé du contenu 2">
            <a:extLst>
              <a:ext uri="{FF2B5EF4-FFF2-40B4-BE49-F238E27FC236}">
                <a16:creationId xmlns:a16="http://schemas.microsoft.com/office/drawing/2014/main" id="{0C813049-5F46-053E-6279-8183259649A6}"/>
              </a:ext>
            </a:extLst>
          </p:cNvPr>
          <p:cNvSpPr>
            <a:spLocks noGrp="1"/>
          </p:cNvSpPr>
          <p:nvPr>
            <p:ph sz="half" idx="1"/>
          </p:nvPr>
        </p:nvSpPr>
        <p:spPr>
          <a:xfrm>
            <a:off x="731520" y="2377440"/>
            <a:ext cx="4846320" cy="2011680"/>
          </a:xfrm>
        </p:spPr>
        <p:txBody>
          <a:bodyPr rtlCol="0"/>
          <a:lstStyle>
            <a:lvl1pPr marL="0" indent="0">
              <a:buNone/>
              <a:defRPr sz="1800"/>
            </a:lvl1pPr>
            <a:lvl2pPr>
              <a:buClr>
                <a:schemeClr val="accent1"/>
              </a:buClr>
              <a:buSzPct val="90000"/>
              <a:defRPr/>
            </a:lvl2pPr>
            <a:lvl3pPr>
              <a:buClr>
                <a:schemeClr val="accent1"/>
              </a:buClr>
              <a:buSzPct val="90000"/>
              <a:defRPr/>
            </a:lvl3pPr>
            <a:lvl4pPr>
              <a:buClr>
                <a:schemeClr val="accent1"/>
              </a:buClr>
              <a:buSzPct val="90000"/>
              <a:defRPr/>
            </a:lvl4pPr>
            <a:lvl5pPr>
              <a:buClr>
                <a:schemeClr val="accent1"/>
              </a:buClr>
              <a:buSzPct val="90000"/>
              <a:defRPr/>
            </a:lvl5pPr>
          </a:lstStyle>
          <a:p>
            <a:pPr lvl="0" rtl="0"/>
            <a:r>
              <a:rPr lang="fr-FR"/>
              <a:t>Cliquez pour modifier les styles du texte du masque</a:t>
            </a:r>
          </a:p>
          <a:p>
            <a:pPr lvl="1" rtl="0"/>
            <a:r>
              <a:rPr lang="fr-FR"/>
              <a:t>Deuxième niveau</a:t>
            </a:r>
          </a:p>
          <a:p>
            <a:pPr lvl="2" rtl="0"/>
            <a:r>
              <a:rPr lang="fr-FR"/>
              <a:t>Troisième niveau</a:t>
            </a:r>
          </a:p>
          <a:p>
            <a:pPr lvl="3" rtl="0"/>
            <a:r>
              <a:rPr lang="fr-FR"/>
              <a:t>Quatrième niveau</a:t>
            </a:r>
          </a:p>
          <a:p>
            <a:pPr lvl="4" rtl="0"/>
            <a:r>
              <a:rPr lang="fr-FR"/>
              <a:t>Cinquième niveau</a:t>
            </a:r>
            <a:endParaRPr lang="fr"/>
          </a:p>
        </p:txBody>
      </p:sp>
      <p:sp>
        <p:nvSpPr>
          <p:cNvPr id="4" name="Espace réservé du contenu 3">
            <a:extLst>
              <a:ext uri="{FF2B5EF4-FFF2-40B4-BE49-F238E27FC236}">
                <a16:creationId xmlns:a16="http://schemas.microsoft.com/office/drawing/2014/main" id="{72DFB03A-367B-9ADA-8071-E22871EC115F}"/>
              </a:ext>
            </a:extLst>
          </p:cNvPr>
          <p:cNvSpPr>
            <a:spLocks noGrp="1"/>
          </p:cNvSpPr>
          <p:nvPr>
            <p:ph sz="half" idx="2"/>
          </p:nvPr>
        </p:nvSpPr>
        <p:spPr>
          <a:xfrm>
            <a:off x="6492240" y="2377440"/>
            <a:ext cx="4846320" cy="2011680"/>
          </a:xfrm>
        </p:spPr>
        <p:txBody>
          <a:bodyPr rtlCol="0"/>
          <a:lstStyle>
            <a:lvl1pPr marL="0" indent="0">
              <a:buNone/>
              <a:defRPr sz="1800"/>
            </a:lvl1pPr>
            <a:lvl2pPr>
              <a:buClr>
                <a:schemeClr val="accent1"/>
              </a:buClr>
              <a:buSzPct val="90000"/>
              <a:defRPr/>
            </a:lvl2pPr>
            <a:lvl3pPr>
              <a:buClr>
                <a:schemeClr val="accent1"/>
              </a:buClr>
              <a:buSzPct val="90000"/>
              <a:defRPr/>
            </a:lvl3pPr>
            <a:lvl4pPr>
              <a:buClr>
                <a:schemeClr val="accent1"/>
              </a:buClr>
              <a:buSzPct val="90000"/>
              <a:defRPr/>
            </a:lvl4pPr>
            <a:lvl5pPr>
              <a:buClr>
                <a:schemeClr val="accent1"/>
              </a:buClr>
              <a:buSzPct val="90000"/>
              <a:defRPr/>
            </a:lvl5pPr>
          </a:lstStyle>
          <a:p>
            <a:pPr lvl="0" rtl="0"/>
            <a:r>
              <a:rPr lang="fr-FR"/>
              <a:t>Cliquez pour modifier les styles du texte du masque</a:t>
            </a:r>
          </a:p>
          <a:p>
            <a:pPr lvl="1" rtl="0"/>
            <a:r>
              <a:rPr lang="fr-FR"/>
              <a:t>Deuxième niveau</a:t>
            </a:r>
          </a:p>
          <a:p>
            <a:pPr lvl="2" rtl="0"/>
            <a:r>
              <a:rPr lang="fr-FR"/>
              <a:t>Troisième niveau</a:t>
            </a:r>
          </a:p>
          <a:p>
            <a:pPr lvl="3" rtl="0"/>
            <a:r>
              <a:rPr lang="fr-FR"/>
              <a:t>Quatrième niveau</a:t>
            </a:r>
          </a:p>
          <a:p>
            <a:pPr lvl="4" rtl="0"/>
            <a:r>
              <a:rPr lang="fr-FR"/>
              <a:t>Cinquième niveau</a:t>
            </a:r>
            <a:endParaRPr lang="fr"/>
          </a:p>
        </p:txBody>
      </p:sp>
      <p:sp>
        <p:nvSpPr>
          <p:cNvPr id="5" name="Date de l'espace réservé 4">
            <a:extLst>
              <a:ext uri="{FF2B5EF4-FFF2-40B4-BE49-F238E27FC236}">
                <a16:creationId xmlns:a16="http://schemas.microsoft.com/office/drawing/2014/main" id="{C6CFCEB5-4092-FD13-478E-51CD74FDB82E}"/>
              </a:ext>
            </a:extLst>
          </p:cNvPr>
          <p:cNvSpPr>
            <a:spLocks noGrp="1"/>
          </p:cNvSpPr>
          <p:nvPr>
            <p:ph type="dt" sz="half" idx="10"/>
          </p:nvPr>
        </p:nvSpPr>
        <p:spPr/>
        <p:txBody>
          <a:bodyPr rtlCol="0"/>
          <a:lstStyle/>
          <a:p>
            <a:pPr rtl="0"/>
            <a:fld id="{D6D8061D-18C3-4F4F-85EF-561633F58754}" type="datetimeFigureOut">
              <a:rPr lang="en-US" smtClean="0"/>
              <a:t>1/15/2026</a:t>
            </a:fld>
            <a:endParaRPr lang="en-US" dirty="0"/>
          </a:p>
        </p:txBody>
      </p:sp>
      <p:sp>
        <p:nvSpPr>
          <p:cNvPr id="6" name="Pied de page Espace réservé 5">
            <a:extLst>
              <a:ext uri="{FF2B5EF4-FFF2-40B4-BE49-F238E27FC236}">
                <a16:creationId xmlns:a16="http://schemas.microsoft.com/office/drawing/2014/main" id="{5D077A4D-E7C0-912D-293F-D93F0CB5CA49}"/>
              </a:ext>
            </a:extLst>
          </p:cNvPr>
          <p:cNvSpPr>
            <a:spLocks noGrp="1"/>
          </p:cNvSpPr>
          <p:nvPr>
            <p:ph type="ftr" sz="quarter" idx="11"/>
          </p:nvPr>
        </p:nvSpPr>
        <p:spPr/>
        <p:txBody>
          <a:bodyPr rtlCol="0"/>
          <a:lstStyle/>
          <a:p>
            <a:pPr rtl="0"/>
            <a:endParaRPr lang="en-US" dirty="0"/>
          </a:p>
        </p:txBody>
      </p:sp>
      <p:sp>
        <p:nvSpPr>
          <p:cNvPr id="7" name="Espace réservé du numéro de diapositive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rtlCol="0"/>
          <a:lstStyle/>
          <a:p>
            <a:pPr rtl="0"/>
            <a:fld id="{CBD12358-51D2-46B3-9BDE-DF29528B9454}" type="slidenum">
              <a:rPr lang="en-US" smtClean="0"/>
              <a:t>‹N°›</a:t>
            </a:fld>
            <a:endParaRPr lang="en-US" dirty="0"/>
          </a:p>
        </p:txBody>
      </p:sp>
    </p:spTree>
    <p:extLst>
      <p:ext uri="{BB962C8B-B14F-4D97-AF65-F5344CB8AC3E}">
        <p14:creationId xmlns:p14="http://schemas.microsoft.com/office/powerpoint/2010/main" val="5164684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eux contenus 03">
    <p:bg>
      <p:bgPr>
        <a:solidFill>
          <a:schemeClr val="accent2">
            <a:lumMod val="60000"/>
            <a:lumOff val="40000"/>
            <a:alpha val="40000"/>
          </a:schemeClr>
        </a:solidFill>
        <a:effectLst/>
      </p:bgPr>
    </p:bg>
    <p:spTree>
      <p:nvGrpSpPr>
        <p:cNvPr id="1" name=""/>
        <p:cNvGrpSpPr/>
        <p:nvPr/>
      </p:nvGrpSpPr>
      <p:grpSpPr>
        <a:xfrm>
          <a:off x="0" y="0"/>
          <a:ext cx="0" cy="0"/>
          <a:chOff x="0" y="0"/>
          <a:chExt cx="0" cy="0"/>
        </a:xfrm>
      </p:grpSpPr>
      <p:sp>
        <p:nvSpPr>
          <p:cNvPr id="4" name="Rectangle arrondi 3">
            <a:extLst>
              <a:ext uri="{FF2B5EF4-FFF2-40B4-BE49-F238E27FC236}">
                <a16:creationId xmlns:a16="http://schemas.microsoft.com/office/drawing/2014/main" id="{21498A30-8462-D4F7-33E4-52016881ECBA}"/>
              </a:ext>
            </a:extLst>
          </p:cNvPr>
          <p:cNvSpPr/>
          <p:nvPr userDrawn="1"/>
        </p:nvSpPr>
        <p:spPr>
          <a:xfrm>
            <a:off x="309563" y="274320"/>
            <a:ext cx="11572875" cy="6309360"/>
          </a:xfrm>
          <a:prstGeom prst="roundRect">
            <a:avLst>
              <a:gd name="adj" fmla="val 5258"/>
            </a:avLst>
          </a:prstGeom>
          <a:solidFill>
            <a:schemeClr val="accent2">
              <a:lumMod val="60000"/>
              <a:lumOff val="4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re 1">
            <a:extLst>
              <a:ext uri="{FF2B5EF4-FFF2-40B4-BE49-F238E27FC236}">
                <a16:creationId xmlns:a16="http://schemas.microsoft.com/office/drawing/2014/main" id="{EA42D7A8-90D7-EAD8-D5B0-6375EB3F43F2}"/>
              </a:ext>
            </a:extLst>
          </p:cNvPr>
          <p:cNvSpPr>
            <a:spLocks noGrp="1"/>
          </p:cNvSpPr>
          <p:nvPr>
            <p:ph type="title"/>
          </p:nvPr>
        </p:nvSpPr>
        <p:spPr>
          <a:xfrm>
            <a:off x="731520" y="731520"/>
            <a:ext cx="10698480" cy="1097280"/>
          </a:xfrm>
        </p:spPr>
        <p:txBody>
          <a:bodyPr rtlCol="0" anchor="b" anchorCtr="0">
            <a:normAutofit/>
          </a:bodyPr>
          <a:lstStyle>
            <a:lvl1pPr algn="l">
              <a:defRPr sz="3600"/>
            </a:lvl1pPr>
          </a:lstStyle>
          <a:p>
            <a:pPr rtl="0"/>
            <a:r>
              <a:rPr lang="fr-FR"/>
              <a:t>Modifiez le style du titre</a:t>
            </a:r>
            <a:endParaRPr lang="fr"/>
          </a:p>
        </p:txBody>
      </p:sp>
      <p:sp>
        <p:nvSpPr>
          <p:cNvPr id="11" name="Espace réservé du contenu 2">
            <a:extLst>
              <a:ext uri="{FF2B5EF4-FFF2-40B4-BE49-F238E27FC236}">
                <a16:creationId xmlns:a16="http://schemas.microsoft.com/office/drawing/2014/main" id="{F48D61E1-F43F-7EC3-A01D-52F8769F1003}"/>
              </a:ext>
            </a:extLst>
          </p:cNvPr>
          <p:cNvSpPr>
            <a:spLocks noGrp="1"/>
          </p:cNvSpPr>
          <p:nvPr>
            <p:ph idx="1"/>
          </p:nvPr>
        </p:nvSpPr>
        <p:spPr>
          <a:xfrm>
            <a:off x="841248" y="2377439"/>
            <a:ext cx="2834640" cy="3657599"/>
          </a:xfrm>
        </p:spPr>
        <p:txBody>
          <a:bodyPr lIns="91440" tIns="45720" rIns="91440" bIns="45720" rtlCol="0" anchor="t" anchorCtr="0"/>
          <a:lstStyle>
            <a:lvl1pPr marL="457200" indent="-457200">
              <a:buClr>
                <a:schemeClr val="accent1"/>
              </a:buClr>
              <a:buSzPct val="90000"/>
              <a:defRPr sz="1800"/>
            </a:lvl1pPr>
            <a:lvl2pPr marL="914400" indent="-228600">
              <a:buClr>
                <a:schemeClr val="accent1"/>
              </a:buClr>
              <a:buSzPct val="90000"/>
              <a:defRPr sz="1600"/>
            </a:lvl2pPr>
            <a:lvl3pPr marL="1371600" indent="-228600">
              <a:buClr>
                <a:schemeClr val="accent1"/>
              </a:buClr>
              <a:buSzPct val="90000"/>
              <a:defRPr sz="1600"/>
            </a:lvl3pPr>
            <a:lvl4pPr marL="1828800" indent="-228600">
              <a:buClr>
                <a:schemeClr val="accent1"/>
              </a:buClr>
              <a:buSzPct val="90000"/>
              <a:defRPr sz="1600"/>
            </a:lvl4pPr>
            <a:lvl5pPr marL="2286000" indent="-228600">
              <a:buClr>
                <a:schemeClr val="accent1"/>
              </a:buClr>
              <a:buSzPct val="90000"/>
              <a:defRPr sz="1600"/>
            </a:lvl5pPr>
          </a:lstStyle>
          <a:p>
            <a:pPr lvl="0" rtl="0"/>
            <a:r>
              <a:rPr lang="fr-FR"/>
              <a:t>Cliquez pour modifier les styles du texte du masque</a:t>
            </a:r>
          </a:p>
          <a:p>
            <a:pPr lvl="1" rtl="0"/>
            <a:r>
              <a:rPr lang="fr-FR"/>
              <a:t>Deuxième niveau</a:t>
            </a:r>
          </a:p>
          <a:p>
            <a:pPr lvl="2" rtl="0"/>
            <a:r>
              <a:rPr lang="fr-FR"/>
              <a:t>Troisième niveau</a:t>
            </a:r>
          </a:p>
          <a:p>
            <a:pPr lvl="3" rtl="0"/>
            <a:r>
              <a:rPr lang="fr-FR"/>
              <a:t>Quatrième niveau</a:t>
            </a:r>
          </a:p>
        </p:txBody>
      </p:sp>
      <p:sp>
        <p:nvSpPr>
          <p:cNvPr id="3" name="Espace réservé au contenu 2">
            <a:extLst>
              <a:ext uri="{FF2B5EF4-FFF2-40B4-BE49-F238E27FC236}">
                <a16:creationId xmlns:a16="http://schemas.microsoft.com/office/drawing/2014/main" id="{4F14DA03-155B-0EEF-AE9A-B3002ECE64CB}"/>
              </a:ext>
            </a:extLst>
          </p:cNvPr>
          <p:cNvSpPr>
            <a:spLocks noGrp="1"/>
          </p:cNvSpPr>
          <p:nvPr>
            <p:ph idx="14"/>
          </p:nvPr>
        </p:nvSpPr>
        <p:spPr>
          <a:xfrm>
            <a:off x="4361688" y="2377440"/>
            <a:ext cx="6986016" cy="3657600"/>
          </a:xfrm>
        </p:spPr>
        <p:txBody>
          <a:bodyPr lIns="91440" tIns="45720" rIns="91440" bIns="45720" rtlCol="0" anchor="t" anchorCtr="0"/>
          <a:lstStyle>
            <a:lvl1pPr marL="457200" indent="-457200">
              <a:buClr>
                <a:schemeClr val="accent1"/>
              </a:buClr>
              <a:buSzPct val="90000"/>
              <a:defRPr sz="1800"/>
            </a:lvl1pPr>
            <a:lvl2pPr marL="914400" indent="-228600">
              <a:buClr>
                <a:schemeClr val="accent1"/>
              </a:buClr>
              <a:buSzPct val="90000"/>
              <a:defRPr sz="1600"/>
            </a:lvl2pPr>
            <a:lvl3pPr marL="1371600" indent="-228600">
              <a:buClr>
                <a:schemeClr val="accent1"/>
              </a:buClr>
              <a:buSzPct val="90000"/>
              <a:defRPr sz="1600"/>
            </a:lvl3pPr>
            <a:lvl4pPr marL="1828800" indent="-228600">
              <a:buClr>
                <a:schemeClr val="accent1"/>
              </a:buClr>
              <a:buSzPct val="90000"/>
              <a:defRPr sz="1600"/>
            </a:lvl4pPr>
            <a:lvl5pPr marL="2286000" indent="-228600">
              <a:buClr>
                <a:schemeClr val="accent1"/>
              </a:buClr>
              <a:buSzPct val="90000"/>
              <a:defRPr sz="1600"/>
            </a:lvl5pPr>
          </a:lstStyle>
          <a:p>
            <a:pPr lvl="0" rtl="0"/>
            <a:r>
              <a:rPr lang="fr-FR"/>
              <a:t>Cliquez pour modifier les styles du texte du masque</a:t>
            </a:r>
          </a:p>
          <a:p>
            <a:pPr lvl="1" rtl="0"/>
            <a:r>
              <a:rPr lang="fr-FR"/>
              <a:t>Deuxième niveau</a:t>
            </a:r>
          </a:p>
          <a:p>
            <a:pPr lvl="2" rtl="0"/>
            <a:r>
              <a:rPr lang="fr-FR"/>
              <a:t>Troisième niveau</a:t>
            </a:r>
          </a:p>
          <a:p>
            <a:pPr lvl="3" rtl="0"/>
            <a:r>
              <a:rPr lang="fr-FR"/>
              <a:t>Quatrième niveau</a:t>
            </a:r>
          </a:p>
          <a:p>
            <a:pPr lvl="4" rtl="0"/>
            <a:r>
              <a:rPr lang="fr-FR"/>
              <a:t>Cinquième niveau</a:t>
            </a:r>
            <a:endParaRPr lang="fr"/>
          </a:p>
        </p:txBody>
      </p:sp>
      <p:sp>
        <p:nvSpPr>
          <p:cNvPr id="5" name="Date de l'espace réservé 4">
            <a:extLst>
              <a:ext uri="{FF2B5EF4-FFF2-40B4-BE49-F238E27FC236}">
                <a16:creationId xmlns:a16="http://schemas.microsoft.com/office/drawing/2014/main" id="{C6CFCEB5-4092-FD13-478E-51CD74FDB82E}"/>
              </a:ext>
            </a:extLst>
          </p:cNvPr>
          <p:cNvSpPr>
            <a:spLocks noGrp="1"/>
          </p:cNvSpPr>
          <p:nvPr>
            <p:ph type="dt" sz="half" idx="10"/>
          </p:nvPr>
        </p:nvSpPr>
        <p:spPr/>
        <p:txBody>
          <a:bodyPr rtlCol="0"/>
          <a:lstStyle/>
          <a:p>
            <a:pPr rtl="0"/>
            <a:fld id="{D6D8061D-18C3-4F4F-85EF-561633F58754}" type="datetimeFigureOut">
              <a:rPr lang="en-US" smtClean="0"/>
              <a:t>1/15/2026</a:t>
            </a:fld>
            <a:endParaRPr lang="en-US" dirty="0"/>
          </a:p>
        </p:txBody>
      </p:sp>
      <p:sp>
        <p:nvSpPr>
          <p:cNvPr id="6" name="Pied de page Espace réservé 5">
            <a:extLst>
              <a:ext uri="{FF2B5EF4-FFF2-40B4-BE49-F238E27FC236}">
                <a16:creationId xmlns:a16="http://schemas.microsoft.com/office/drawing/2014/main" id="{5D077A4D-E7C0-912D-293F-D93F0CB5CA49}"/>
              </a:ext>
            </a:extLst>
          </p:cNvPr>
          <p:cNvSpPr>
            <a:spLocks noGrp="1"/>
          </p:cNvSpPr>
          <p:nvPr>
            <p:ph type="ftr" sz="quarter" idx="11"/>
          </p:nvPr>
        </p:nvSpPr>
        <p:spPr/>
        <p:txBody>
          <a:bodyPr rtlCol="0"/>
          <a:lstStyle/>
          <a:p>
            <a:pPr rtl="0"/>
            <a:endParaRPr lang="en-US" dirty="0"/>
          </a:p>
        </p:txBody>
      </p:sp>
      <p:sp>
        <p:nvSpPr>
          <p:cNvPr id="7" name="Espace réservé du numéro de diapositive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rtlCol="0"/>
          <a:lstStyle/>
          <a:p>
            <a:pPr rtl="0"/>
            <a:fld id="{CBD12358-51D2-46B3-9BDE-DF29528B9454}" type="slidenum">
              <a:rPr lang="en-US" smtClean="0"/>
              <a:t>‹N°›</a:t>
            </a:fld>
            <a:endParaRPr lang="en-US" dirty="0"/>
          </a:p>
        </p:txBody>
      </p:sp>
    </p:spTree>
    <p:extLst>
      <p:ext uri="{BB962C8B-B14F-4D97-AF65-F5344CB8AC3E}">
        <p14:creationId xmlns:p14="http://schemas.microsoft.com/office/powerpoint/2010/main" val="33069871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re et contenu 03">
    <p:bg>
      <p:bgPr>
        <a:solidFill>
          <a:schemeClr val="accent2">
            <a:lumMod val="60000"/>
            <a:lumOff val="40000"/>
            <a:alpha val="40000"/>
          </a:schemeClr>
        </a:solidFill>
        <a:effectLst/>
      </p:bgPr>
    </p:bg>
    <p:spTree>
      <p:nvGrpSpPr>
        <p:cNvPr id="1" name=""/>
        <p:cNvGrpSpPr/>
        <p:nvPr/>
      </p:nvGrpSpPr>
      <p:grpSpPr>
        <a:xfrm>
          <a:off x="0" y="0"/>
          <a:ext cx="0" cy="0"/>
          <a:chOff x="0" y="0"/>
          <a:chExt cx="0" cy="0"/>
        </a:xfrm>
      </p:grpSpPr>
      <p:sp>
        <p:nvSpPr>
          <p:cNvPr id="4" name="Rectangle arrondi 3">
            <a:extLst>
              <a:ext uri="{FF2B5EF4-FFF2-40B4-BE49-F238E27FC236}">
                <a16:creationId xmlns:a16="http://schemas.microsoft.com/office/drawing/2014/main" id="{21498A30-8462-D4F7-33E4-52016881ECBA}"/>
              </a:ext>
            </a:extLst>
          </p:cNvPr>
          <p:cNvSpPr/>
          <p:nvPr userDrawn="1"/>
        </p:nvSpPr>
        <p:spPr>
          <a:xfrm>
            <a:off x="309563" y="274320"/>
            <a:ext cx="11572875" cy="6309360"/>
          </a:xfrm>
          <a:prstGeom prst="roundRect">
            <a:avLst>
              <a:gd name="adj" fmla="val 5258"/>
            </a:avLst>
          </a:prstGeom>
          <a:solidFill>
            <a:schemeClr val="accent2">
              <a:lumMod val="60000"/>
              <a:lumOff val="4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re 1">
            <a:extLst>
              <a:ext uri="{FF2B5EF4-FFF2-40B4-BE49-F238E27FC236}">
                <a16:creationId xmlns:a16="http://schemas.microsoft.com/office/drawing/2014/main" id="{EA42D7A8-90D7-EAD8-D5B0-6375EB3F43F2}"/>
              </a:ext>
            </a:extLst>
          </p:cNvPr>
          <p:cNvSpPr>
            <a:spLocks noGrp="1"/>
          </p:cNvSpPr>
          <p:nvPr>
            <p:ph type="title"/>
          </p:nvPr>
        </p:nvSpPr>
        <p:spPr>
          <a:xfrm>
            <a:off x="731520" y="731520"/>
            <a:ext cx="10698480" cy="1097280"/>
          </a:xfrm>
        </p:spPr>
        <p:txBody>
          <a:bodyPr rtlCol="0" anchor="b" anchorCtr="0">
            <a:normAutofit/>
          </a:bodyPr>
          <a:lstStyle>
            <a:lvl1pPr algn="ctr">
              <a:defRPr sz="3600"/>
            </a:lvl1pPr>
          </a:lstStyle>
          <a:p>
            <a:pPr rtl="0"/>
            <a:r>
              <a:rPr lang="fr-FR"/>
              <a:t>Modifiez le style du titre</a:t>
            </a:r>
            <a:endParaRPr lang="fr"/>
          </a:p>
        </p:txBody>
      </p:sp>
      <p:sp>
        <p:nvSpPr>
          <p:cNvPr id="3" name="Espace réservé du contenu 2">
            <a:extLst>
              <a:ext uri="{FF2B5EF4-FFF2-40B4-BE49-F238E27FC236}">
                <a16:creationId xmlns:a16="http://schemas.microsoft.com/office/drawing/2014/main" id="{4F14DA03-155B-0EEF-AE9A-B3002ECE64CB}"/>
              </a:ext>
            </a:extLst>
          </p:cNvPr>
          <p:cNvSpPr>
            <a:spLocks noGrp="1"/>
          </p:cNvSpPr>
          <p:nvPr>
            <p:ph idx="14"/>
          </p:nvPr>
        </p:nvSpPr>
        <p:spPr>
          <a:xfrm>
            <a:off x="841248" y="2377440"/>
            <a:ext cx="10515600" cy="3657600"/>
          </a:xfrm>
        </p:spPr>
        <p:txBody>
          <a:bodyPr lIns="91440" tIns="45720" rIns="91440" bIns="45720" rtlCol="0" anchor="t" anchorCtr="0"/>
          <a:lstStyle>
            <a:lvl1pPr marL="457200" indent="-457200">
              <a:buClr>
                <a:schemeClr val="accent1"/>
              </a:buClr>
              <a:buSzPct val="90000"/>
              <a:defRPr sz="1800"/>
            </a:lvl1pPr>
            <a:lvl2pPr marL="914400" indent="-228600">
              <a:buClr>
                <a:schemeClr val="accent1"/>
              </a:buClr>
              <a:buSzPct val="90000"/>
              <a:defRPr sz="1600"/>
            </a:lvl2pPr>
            <a:lvl3pPr marL="1371600" indent="-228600">
              <a:buClr>
                <a:schemeClr val="accent1"/>
              </a:buClr>
              <a:buSzPct val="90000"/>
              <a:defRPr sz="1600"/>
            </a:lvl3pPr>
            <a:lvl4pPr marL="1828800" indent="-228600">
              <a:buClr>
                <a:schemeClr val="accent1"/>
              </a:buClr>
              <a:buSzPct val="90000"/>
              <a:defRPr sz="1600"/>
            </a:lvl4pPr>
            <a:lvl5pPr marL="2286000" indent="-228600">
              <a:buClr>
                <a:schemeClr val="accent1"/>
              </a:buClr>
              <a:buSzPct val="90000"/>
              <a:defRPr sz="1600"/>
            </a:lvl5pPr>
          </a:lstStyle>
          <a:p>
            <a:pPr lvl="0" rtl="0"/>
            <a:r>
              <a:rPr lang="fr-FR"/>
              <a:t>Cliquez pour modifier les styles du texte du masque</a:t>
            </a:r>
          </a:p>
          <a:p>
            <a:pPr lvl="1" rtl="0"/>
            <a:r>
              <a:rPr lang="fr-FR"/>
              <a:t>Deuxième niveau</a:t>
            </a:r>
          </a:p>
          <a:p>
            <a:pPr lvl="2" rtl="0"/>
            <a:r>
              <a:rPr lang="fr-FR"/>
              <a:t>Troisième niveau</a:t>
            </a:r>
          </a:p>
          <a:p>
            <a:pPr lvl="3" rtl="0"/>
            <a:r>
              <a:rPr lang="fr-FR"/>
              <a:t>Quatrième niveau</a:t>
            </a:r>
          </a:p>
          <a:p>
            <a:pPr lvl="4" rtl="0"/>
            <a:r>
              <a:rPr lang="fr-FR"/>
              <a:t>Cinquième niveau</a:t>
            </a:r>
            <a:endParaRPr lang="fr"/>
          </a:p>
        </p:txBody>
      </p:sp>
      <p:sp>
        <p:nvSpPr>
          <p:cNvPr id="5" name="Date de l'espace réservé 4">
            <a:extLst>
              <a:ext uri="{FF2B5EF4-FFF2-40B4-BE49-F238E27FC236}">
                <a16:creationId xmlns:a16="http://schemas.microsoft.com/office/drawing/2014/main" id="{C6CFCEB5-4092-FD13-478E-51CD74FDB82E}"/>
              </a:ext>
            </a:extLst>
          </p:cNvPr>
          <p:cNvSpPr>
            <a:spLocks noGrp="1"/>
          </p:cNvSpPr>
          <p:nvPr>
            <p:ph type="dt" sz="half" idx="10"/>
          </p:nvPr>
        </p:nvSpPr>
        <p:spPr/>
        <p:txBody>
          <a:bodyPr rtlCol="0"/>
          <a:lstStyle/>
          <a:p>
            <a:pPr rtl="0"/>
            <a:fld id="{D6D8061D-18C3-4F4F-85EF-561633F58754}" type="datetimeFigureOut">
              <a:rPr lang="en-US" smtClean="0"/>
              <a:t>1/15/2026</a:t>
            </a:fld>
            <a:endParaRPr lang="en-US" dirty="0"/>
          </a:p>
        </p:txBody>
      </p:sp>
      <p:sp>
        <p:nvSpPr>
          <p:cNvPr id="6" name="Pied de page Espace réservé 5">
            <a:extLst>
              <a:ext uri="{FF2B5EF4-FFF2-40B4-BE49-F238E27FC236}">
                <a16:creationId xmlns:a16="http://schemas.microsoft.com/office/drawing/2014/main" id="{5D077A4D-E7C0-912D-293F-D93F0CB5CA49}"/>
              </a:ext>
            </a:extLst>
          </p:cNvPr>
          <p:cNvSpPr>
            <a:spLocks noGrp="1"/>
          </p:cNvSpPr>
          <p:nvPr>
            <p:ph type="ftr" sz="quarter" idx="11"/>
          </p:nvPr>
        </p:nvSpPr>
        <p:spPr/>
        <p:txBody>
          <a:bodyPr rtlCol="0"/>
          <a:lstStyle/>
          <a:p>
            <a:pPr rtl="0"/>
            <a:endParaRPr lang="en-US" dirty="0"/>
          </a:p>
        </p:txBody>
      </p:sp>
      <p:sp>
        <p:nvSpPr>
          <p:cNvPr id="7" name="Espace réservé du numéro de diapositive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rtlCol="0"/>
          <a:lstStyle/>
          <a:p>
            <a:pPr rtl="0"/>
            <a:fld id="{CBD12358-51D2-46B3-9BDE-DF29528B9454}" type="slidenum">
              <a:rPr lang="en-US" smtClean="0"/>
              <a:t>‹N°›</a:t>
            </a:fld>
            <a:endParaRPr lang="en-US" dirty="0"/>
          </a:p>
        </p:txBody>
      </p:sp>
    </p:spTree>
    <p:extLst>
      <p:ext uri="{BB962C8B-B14F-4D97-AF65-F5344CB8AC3E}">
        <p14:creationId xmlns:p14="http://schemas.microsoft.com/office/powerpoint/2010/main" val="31055478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re + photo">
    <p:spTree>
      <p:nvGrpSpPr>
        <p:cNvPr id="1" name=""/>
        <p:cNvGrpSpPr/>
        <p:nvPr/>
      </p:nvGrpSpPr>
      <p:grpSpPr>
        <a:xfrm>
          <a:off x="0" y="0"/>
          <a:ext cx="0" cy="0"/>
          <a:chOff x="0" y="0"/>
          <a:chExt cx="0" cy="0"/>
        </a:xfrm>
      </p:grpSpPr>
      <p:sp>
        <p:nvSpPr>
          <p:cNvPr id="8" name="Rectangle arrondi 7">
            <a:extLst>
              <a:ext uri="{FF2B5EF4-FFF2-40B4-BE49-F238E27FC236}">
                <a16:creationId xmlns:a16="http://schemas.microsoft.com/office/drawing/2014/main" id="{174DF79A-DA68-AFDD-C02D-2450DEA0DA9D}"/>
              </a:ext>
            </a:extLst>
          </p:cNvPr>
          <p:cNvSpPr/>
          <p:nvPr userDrawn="1"/>
        </p:nvSpPr>
        <p:spPr>
          <a:xfrm>
            <a:off x="309563" y="274320"/>
            <a:ext cx="11572875" cy="6309360"/>
          </a:xfrm>
          <a:prstGeom prst="roundRect">
            <a:avLst>
              <a:gd name="adj" fmla="val 5258"/>
            </a:avLst>
          </a:prstGeom>
          <a:solidFill>
            <a:schemeClr val="accent4">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re 1">
            <a:extLst>
              <a:ext uri="{FF2B5EF4-FFF2-40B4-BE49-F238E27FC236}">
                <a16:creationId xmlns:a16="http://schemas.microsoft.com/office/drawing/2014/main" id="{32772C41-A024-2F33-1F04-21E003FA7291}"/>
              </a:ext>
            </a:extLst>
          </p:cNvPr>
          <p:cNvSpPr>
            <a:spLocks noGrp="1"/>
          </p:cNvSpPr>
          <p:nvPr>
            <p:ph type="ctrTitle"/>
          </p:nvPr>
        </p:nvSpPr>
        <p:spPr>
          <a:xfrm>
            <a:off x="731520" y="2560320"/>
            <a:ext cx="6400800" cy="3657600"/>
          </a:xfrm>
        </p:spPr>
        <p:txBody>
          <a:bodyPr rtlCol="0" anchor="b">
            <a:normAutofit/>
          </a:bodyPr>
          <a:lstStyle>
            <a:lvl1pPr algn="l">
              <a:defRPr sz="4800"/>
            </a:lvl1pPr>
          </a:lstStyle>
          <a:p>
            <a:pPr rtl="0"/>
            <a:r>
              <a:rPr lang="fr-FR"/>
              <a:t>Modifiez le style du titre</a:t>
            </a:r>
            <a:endParaRPr lang="fr"/>
          </a:p>
        </p:txBody>
      </p:sp>
      <p:sp>
        <p:nvSpPr>
          <p:cNvPr id="10" name="Espace réservé à l'image 9">
            <a:extLst>
              <a:ext uri="{FF2B5EF4-FFF2-40B4-BE49-F238E27FC236}">
                <a16:creationId xmlns:a16="http://schemas.microsoft.com/office/drawing/2014/main" id="{E805F030-D6EA-F6A3-3B68-7FD969DD8F65}"/>
              </a:ext>
            </a:extLst>
          </p:cNvPr>
          <p:cNvSpPr>
            <a:spLocks noGrp="1"/>
          </p:cNvSpPr>
          <p:nvPr>
            <p:ph type="pic" sz="quarter" idx="13"/>
          </p:nvPr>
        </p:nvSpPr>
        <p:spPr>
          <a:xfrm>
            <a:off x="7415784" y="685800"/>
            <a:ext cx="3840480" cy="5486400"/>
          </a:xfrm>
          <a:custGeom>
            <a:avLst/>
            <a:gdLst>
              <a:gd name="connsiteX0" fmla="*/ 328822 w 3840480"/>
              <a:gd name="connsiteY0" fmla="*/ 0 h 5486400"/>
              <a:gd name="connsiteX1" fmla="*/ 3511658 w 3840480"/>
              <a:gd name="connsiteY1" fmla="*/ 0 h 5486400"/>
              <a:gd name="connsiteX2" fmla="*/ 3840480 w 3840480"/>
              <a:gd name="connsiteY2" fmla="*/ 328822 h 5486400"/>
              <a:gd name="connsiteX3" fmla="*/ 3840480 w 3840480"/>
              <a:gd name="connsiteY3" fmla="*/ 5157578 h 5486400"/>
              <a:gd name="connsiteX4" fmla="*/ 3511658 w 3840480"/>
              <a:gd name="connsiteY4" fmla="*/ 5486400 h 5486400"/>
              <a:gd name="connsiteX5" fmla="*/ 328822 w 3840480"/>
              <a:gd name="connsiteY5" fmla="*/ 5486400 h 5486400"/>
              <a:gd name="connsiteX6" fmla="*/ 0 w 3840480"/>
              <a:gd name="connsiteY6" fmla="*/ 5157578 h 5486400"/>
              <a:gd name="connsiteX7" fmla="*/ 0 w 3840480"/>
              <a:gd name="connsiteY7" fmla="*/ 328822 h 5486400"/>
              <a:gd name="connsiteX8" fmla="*/ 328822 w 3840480"/>
              <a:gd name="connsiteY8" fmla="*/ 0 h 548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40480" h="5486400">
                <a:moveTo>
                  <a:pt x="328822" y="0"/>
                </a:moveTo>
                <a:lnTo>
                  <a:pt x="3511658" y="0"/>
                </a:lnTo>
                <a:cubicBezTo>
                  <a:pt x="3693261" y="0"/>
                  <a:pt x="3840480" y="147219"/>
                  <a:pt x="3840480" y="328822"/>
                </a:cubicBezTo>
                <a:lnTo>
                  <a:pt x="3840480" y="5157578"/>
                </a:lnTo>
                <a:cubicBezTo>
                  <a:pt x="3840480" y="5339181"/>
                  <a:pt x="3693261" y="5486400"/>
                  <a:pt x="3511658" y="5486400"/>
                </a:cubicBezTo>
                <a:lnTo>
                  <a:pt x="328822" y="5486400"/>
                </a:lnTo>
                <a:cubicBezTo>
                  <a:pt x="147219" y="5486400"/>
                  <a:pt x="0" y="5339181"/>
                  <a:pt x="0" y="5157578"/>
                </a:cubicBezTo>
                <a:lnTo>
                  <a:pt x="0" y="328822"/>
                </a:lnTo>
                <a:cubicBezTo>
                  <a:pt x="0" y="147219"/>
                  <a:pt x="147219" y="0"/>
                  <a:pt x="328822" y="0"/>
                </a:cubicBezTo>
                <a:close/>
              </a:path>
            </a:pathLst>
          </a:custGeom>
        </p:spPr>
        <p:txBody>
          <a:bodyPr wrap="square" rtlCol="0">
            <a:noAutofit/>
          </a:bodyPr>
          <a:lstStyle>
            <a:lvl1pPr marL="0" indent="0">
              <a:buNone/>
              <a:defRPr/>
            </a:lvl1pPr>
          </a:lstStyle>
          <a:p>
            <a:pPr rtl="0"/>
            <a:r>
              <a:rPr lang="fr-FR"/>
              <a:t>Cliquez sur l'icône pour ajouter une image</a:t>
            </a:r>
            <a:endParaRPr lang="en-US" dirty="0"/>
          </a:p>
        </p:txBody>
      </p:sp>
    </p:spTree>
    <p:extLst>
      <p:ext uri="{BB962C8B-B14F-4D97-AF65-F5344CB8AC3E}">
        <p14:creationId xmlns:p14="http://schemas.microsoft.com/office/powerpoint/2010/main" val="11017156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eux contenus 04">
    <p:bg>
      <p:bgPr>
        <a:solidFill>
          <a:schemeClr val="accent2">
            <a:lumMod val="60000"/>
            <a:lumOff val="40000"/>
            <a:alpha val="40000"/>
          </a:schemeClr>
        </a:solidFill>
        <a:effectLst/>
      </p:bgPr>
    </p:bg>
    <p:spTree>
      <p:nvGrpSpPr>
        <p:cNvPr id="1" name=""/>
        <p:cNvGrpSpPr/>
        <p:nvPr/>
      </p:nvGrpSpPr>
      <p:grpSpPr>
        <a:xfrm>
          <a:off x="0" y="0"/>
          <a:ext cx="0" cy="0"/>
          <a:chOff x="0" y="0"/>
          <a:chExt cx="0" cy="0"/>
        </a:xfrm>
      </p:grpSpPr>
      <p:sp>
        <p:nvSpPr>
          <p:cNvPr id="8" name="Rectangle arrondi 7">
            <a:extLst>
              <a:ext uri="{FF2B5EF4-FFF2-40B4-BE49-F238E27FC236}">
                <a16:creationId xmlns:a16="http://schemas.microsoft.com/office/drawing/2014/main" id="{50AA9A03-5219-5FDB-8F76-14B9889332A1}"/>
              </a:ext>
            </a:extLst>
          </p:cNvPr>
          <p:cNvSpPr/>
          <p:nvPr userDrawn="1"/>
        </p:nvSpPr>
        <p:spPr>
          <a:xfrm>
            <a:off x="309563" y="274320"/>
            <a:ext cx="11572875" cy="6309360"/>
          </a:xfrm>
          <a:prstGeom prst="roundRect">
            <a:avLst>
              <a:gd name="adj" fmla="val 5258"/>
            </a:avLst>
          </a:prstGeom>
          <a:solidFill>
            <a:schemeClr val="accent2">
              <a:lumMod val="60000"/>
              <a:lumOff val="4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re 1">
            <a:extLst>
              <a:ext uri="{FF2B5EF4-FFF2-40B4-BE49-F238E27FC236}">
                <a16:creationId xmlns:a16="http://schemas.microsoft.com/office/drawing/2014/main" id="{0C40C44A-93E6-6C58-5E88-AFDC594EC27A}"/>
              </a:ext>
            </a:extLst>
          </p:cNvPr>
          <p:cNvSpPr>
            <a:spLocks noGrp="1"/>
          </p:cNvSpPr>
          <p:nvPr>
            <p:ph type="title"/>
          </p:nvPr>
        </p:nvSpPr>
        <p:spPr>
          <a:xfrm>
            <a:off x="731520" y="731520"/>
            <a:ext cx="10698480" cy="1097280"/>
          </a:xfrm>
        </p:spPr>
        <p:txBody>
          <a:bodyPr rtlCol="0" anchor="b" anchorCtr="0">
            <a:normAutofit/>
          </a:bodyPr>
          <a:lstStyle>
            <a:lvl1pPr algn="l">
              <a:defRPr sz="3600"/>
            </a:lvl1pPr>
          </a:lstStyle>
          <a:p>
            <a:pPr rtl="0"/>
            <a:r>
              <a:rPr lang="fr-FR"/>
              <a:t>Modifiez le style du titre</a:t>
            </a:r>
            <a:endParaRPr lang="fr"/>
          </a:p>
        </p:txBody>
      </p:sp>
      <p:sp>
        <p:nvSpPr>
          <p:cNvPr id="10" name="Espace réservé du contenu 2">
            <a:extLst>
              <a:ext uri="{FF2B5EF4-FFF2-40B4-BE49-F238E27FC236}">
                <a16:creationId xmlns:a16="http://schemas.microsoft.com/office/drawing/2014/main" id="{CBBE321C-2EF3-1AF9-6D78-453D4F3CC11E}"/>
              </a:ext>
            </a:extLst>
          </p:cNvPr>
          <p:cNvSpPr>
            <a:spLocks noGrp="1"/>
          </p:cNvSpPr>
          <p:nvPr>
            <p:ph idx="1"/>
          </p:nvPr>
        </p:nvSpPr>
        <p:spPr>
          <a:xfrm>
            <a:off x="731520" y="2340864"/>
            <a:ext cx="5486400" cy="3749040"/>
          </a:xfrm>
        </p:spPr>
        <p:txBody>
          <a:bodyPr lIns="91440" tIns="45720" rIns="91440" bIns="45720" rtlCol="0" anchor="t" anchorCtr="0"/>
          <a:lstStyle>
            <a:lvl1pPr marL="512064" indent="-512064">
              <a:buClr>
                <a:schemeClr val="tx1"/>
              </a:buClr>
              <a:buSzPct val="100000"/>
              <a:buFont typeface="+mj-lt"/>
              <a:buAutoNum type="arabicPeriod"/>
              <a:defRPr sz="1800"/>
            </a:lvl1pPr>
            <a:lvl2pPr marL="1028700" indent="-342900">
              <a:buClr>
                <a:schemeClr val="tx1"/>
              </a:buClr>
              <a:buSzPct val="100000"/>
              <a:buFont typeface="+mj-lt"/>
              <a:buAutoNum type="alphaLcPeriod"/>
              <a:defRPr sz="1600"/>
            </a:lvl2pPr>
            <a:lvl3pPr marL="1543050" indent="-400050">
              <a:buClr>
                <a:schemeClr val="tx1"/>
              </a:buClr>
              <a:buSzPct val="100000"/>
              <a:buFont typeface="+mj-lt"/>
              <a:buAutoNum type="romanLcPeriod"/>
              <a:defRPr sz="1600"/>
            </a:lvl3pPr>
            <a:lvl4pPr marL="1943100" indent="-342900">
              <a:buClr>
                <a:schemeClr val="tx1"/>
              </a:buClr>
              <a:buSzPct val="100000"/>
              <a:buFont typeface="+mj-lt"/>
              <a:buAutoNum type="arabicParenR"/>
              <a:defRPr sz="1600"/>
            </a:lvl4pPr>
            <a:lvl5pPr marL="2400300" indent="-342900">
              <a:buClr>
                <a:schemeClr val="tx1"/>
              </a:buClr>
              <a:buSzPct val="100000"/>
              <a:buFont typeface="+mj-lt"/>
              <a:buAutoNum type="alphaLcParenR"/>
              <a:defRPr sz="1600"/>
            </a:lvl5pPr>
          </a:lstStyle>
          <a:p>
            <a:pPr lvl="0" rtl="0"/>
            <a:r>
              <a:rPr lang="fr-FR"/>
              <a:t>Cliquez pour modifier les styles du texte du masque</a:t>
            </a:r>
          </a:p>
          <a:p>
            <a:pPr lvl="1" rtl="0"/>
            <a:r>
              <a:rPr lang="fr-FR"/>
              <a:t>Deuxième niveau</a:t>
            </a:r>
          </a:p>
          <a:p>
            <a:pPr lvl="2" rtl="0"/>
            <a:r>
              <a:rPr lang="fr-FR"/>
              <a:t>Troisième niveau</a:t>
            </a:r>
          </a:p>
          <a:p>
            <a:pPr lvl="3" rtl="0"/>
            <a:r>
              <a:rPr lang="fr-FR"/>
              <a:t>Quatrième niveau</a:t>
            </a:r>
          </a:p>
          <a:p>
            <a:pPr lvl="4" rtl="0"/>
            <a:r>
              <a:rPr lang="fr-FR"/>
              <a:t>Cinquième niveau</a:t>
            </a:r>
            <a:endParaRPr lang="fr"/>
          </a:p>
        </p:txBody>
      </p:sp>
      <p:sp>
        <p:nvSpPr>
          <p:cNvPr id="12" name="Espace réservé du contenu 2">
            <a:extLst>
              <a:ext uri="{FF2B5EF4-FFF2-40B4-BE49-F238E27FC236}">
                <a16:creationId xmlns:a16="http://schemas.microsoft.com/office/drawing/2014/main" id="{D7967943-29F6-8B4F-D85A-3E3BC79F55C3}"/>
              </a:ext>
            </a:extLst>
          </p:cNvPr>
          <p:cNvSpPr>
            <a:spLocks noGrp="1"/>
          </p:cNvSpPr>
          <p:nvPr>
            <p:ph idx="13"/>
          </p:nvPr>
        </p:nvSpPr>
        <p:spPr>
          <a:xfrm>
            <a:off x="6885432" y="2340864"/>
            <a:ext cx="2834640" cy="3840480"/>
          </a:xfrm>
        </p:spPr>
        <p:txBody>
          <a:bodyPr rtlCol="0" anchor="t" anchorCtr="0"/>
          <a:lstStyle>
            <a:lvl1pPr marL="0" indent="0">
              <a:buClr>
                <a:schemeClr val="accent1"/>
              </a:buClr>
              <a:buSzPct val="90000"/>
              <a:buNone/>
              <a:defRPr sz="1800"/>
            </a:lvl1pPr>
            <a:lvl2pPr marL="457200" indent="-228600">
              <a:buClr>
                <a:schemeClr val="accent1"/>
              </a:buClr>
              <a:buSzPct val="90000"/>
              <a:defRPr sz="1600"/>
            </a:lvl2pPr>
            <a:lvl3pPr marL="914400" indent="-228600">
              <a:buClr>
                <a:schemeClr val="accent1"/>
              </a:buClr>
              <a:buSzPct val="90000"/>
              <a:defRPr sz="1600"/>
            </a:lvl3pPr>
            <a:lvl4pPr marL="1371600" indent="-228600">
              <a:buClr>
                <a:schemeClr val="accent1"/>
              </a:buClr>
              <a:buSzPct val="90000"/>
              <a:defRPr sz="1600"/>
            </a:lvl4pPr>
            <a:lvl5pPr marL="2286000" indent="-228600">
              <a:buClr>
                <a:schemeClr val="accent1"/>
              </a:buClr>
              <a:buSzPct val="90000"/>
              <a:defRPr sz="1600"/>
            </a:lvl5pPr>
          </a:lstStyle>
          <a:p>
            <a:pPr lvl="0" rtl="0"/>
            <a:r>
              <a:rPr lang="fr-FR"/>
              <a:t>Cliquez pour modifier les styles du texte du masque</a:t>
            </a:r>
          </a:p>
          <a:p>
            <a:pPr lvl="1" rtl="0"/>
            <a:r>
              <a:rPr lang="fr-FR"/>
              <a:t>Deuxième niveau</a:t>
            </a:r>
          </a:p>
          <a:p>
            <a:pPr lvl="2" rtl="0"/>
            <a:r>
              <a:rPr lang="fr-FR"/>
              <a:t>Troisième niveau</a:t>
            </a:r>
          </a:p>
          <a:p>
            <a:pPr lvl="3" rtl="0"/>
            <a:r>
              <a:rPr lang="fr-FR"/>
              <a:t>Quatrième niveau</a:t>
            </a:r>
          </a:p>
        </p:txBody>
      </p:sp>
      <p:sp>
        <p:nvSpPr>
          <p:cNvPr id="5" name="Date de l'espace réservé 4">
            <a:extLst>
              <a:ext uri="{FF2B5EF4-FFF2-40B4-BE49-F238E27FC236}">
                <a16:creationId xmlns:a16="http://schemas.microsoft.com/office/drawing/2014/main" id="{C6CFCEB5-4092-FD13-478E-51CD74FDB82E}"/>
              </a:ext>
            </a:extLst>
          </p:cNvPr>
          <p:cNvSpPr>
            <a:spLocks noGrp="1"/>
          </p:cNvSpPr>
          <p:nvPr>
            <p:ph type="dt" sz="half" idx="10"/>
          </p:nvPr>
        </p:nvSpPr>
        <p:spPr/>
        <p:txBody>
          <a:bodyPr rtlCol="0"/>
          <a:lstStyle/>
          <a:p>
            <a:pPr rtl="0"/>
            <a:fld id="{D6D8061D-18C3-4F4F-85EF-561633F58754}" type="datetimeFigureOut">
              <a:rPr lang="en-US" smtClean="0"/>
              <a:t>1/15/2026</a:t>
            </a:fld>
            <a:endParaRPr lang="en-US" dirty="0"/>
          </a:p>
        </p:txBody>
      </p:sp>
      <p:sp>
        <p:nvSpPr>
          <p:cNvPr id="6" name="Pied de page Espace réservé 5">
            <a:extLst>
              <a:ext uri="{FF2B5EF4-FFF2-40B4-BE49-F238E27FC236}">
                <a16:creationId xmlns:a16="http://schemas.microsoft.com/office/drawing/2014/main" id="{5D077A4D-E7C0-912D-293F-D93F0CB5CA49}"/>
              </a:ext>
            </a:extLst>
          </p:cNvPr>
          <p:cNvSpPr>
            <a:spLocks noGrp="1"/>
          </p:cNvSpPr>
          <p:nvPr>
            <p:ph type="ftr" sz="quarter" idx="11"/>
          </p:nvPr>
        </p:nvSpPr>
        <p:spPr/>
        <p:txBody>
          <a:bodyPr rtlCol="0"/>
          <a:lstStyle/>
          <a:p>
            <a:pPr rtl="0"/>
            <a:endParaRPr lang="en-US" dirty="0"/>
          </a:p>
        </p:txBody>
      </p:sp>
      <p:sp>
        <p:nvSpPr>
          <p:cNvPr id="7" name="Espace réservé du numéro de diapositive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rtlCol="0"/>
          <a:lstStyle/>
          <a:p>
            <a:pPr rtl="0"/>
            <a:fld id="{CBD12358-51D2-46B3-9BDE-DF29528B9454}" type="slidenum">
              <a:rPr lang="en-US" smtClean="0"/>
              <a:t>‹N°›</a:t>
            </a:fld>
            <a:endParaRPr lang="en-US" dirty="0"/>
          </a:p>
        </p:txBody>
      </p:sp>
      <p:cxnSp>
        <p:nvCxnSpPr>
          <p:cNvPr id="3" name="Connecteur droit 2">
            <a:extLst>
              <a:ext uri="{FF2B5EF4-FFF2-40B4-BE49-F238E27FC236}">
                <a16:creationId xmlns:a16="http://schemas.microsoft.com/office/drawing/2014/main" id="{7ED4B7AC-0A74-D081-4126-7D5BB0DF978A}"/>
              </a:ext>
            </a:extLst>
          </p:cNvPr>
          <p:cNvCxnSpPr/>
          <p:nvPr userDrawn="1"/>
        </p:nvCxnSpPr>
        <p:spPr>
          <a:xfrm>
            <a:off x="6478854" y="2342232"/>
            <a:ext cx="0" cy="3843128"/>
          </a:xfrm>
          <a:prstGeom prst="line">
            <a:avLst/>
          </a:prstGeom>
          <a:ln w="38100" cap="rnd">
            <a:solidFill>
              <a:schemeClr val="accent2">
                <a:lumMod val="20000"/>
                <a:lumOff val="80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57891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re et contenu 04">
    <p:bg>
      <p:bgPr>
        <a:solidFill>
          <a:schemeClr val="accent4">
            <a:alpha val="40000"/>
          </a:schemeClr>
        </a:solidFill>
        <a:effectLst/>
      </p:bgPr>
    </p:bg>
    <p:spTree>
      <p:nvGrpSpPr>
        <p:cNvPr id="1" name=""/>
        <p:cNvGrpSpPr/>
        <p:nvPr/>
      </p:nvGrpSpPr>
      <p:grpSpPr>
        <a:xfrm>
          <a:off x="0" y="0"/>
          <a:ext cx="0" cy="0"/>
          <a:chOff x="0" y="0"/>
          <a:chExt cx="0" cy="0"/>
        </a:xfrm>
      </p:grpSpPr>
      <p:sp>
        <p:nvSpPr>
          <p:cNvPr id="8" name="Rectangle arrondi 7">
            <a:extLst>
              <a:ext uri="{FF2B5EF4-FFF2-40B4-BE49-F238E27FC236}">
                <a16:creationId xmlns:a16="http://schemas.microsoft.com/office/drawing/2014/main" id="{B4A504C4-F594-8A14-20FD-71ABDA846B4B}"/>
              </a:ext>
            </a:extLst>
          </p:cNvPr>
          <p:cNvSpPr/>
          <p:nvPr userDrawn="1"/>
        </p:nvSpPr>
        <p:spPr>
          <a:xfrm>
            <a:off x="309563" y="274320"/>
            <a:ext cx="11572875" cy="6309360"/>
          </a:xfrm>
          <a:prstGeom prst="roundRect">
            <a:avLst>
              <a:gd name="adj" fmla="val 5258"/>
            </a:avLst>
          </a:prstGeom>
          <a:solidFill>
            <a:schemeClr val="accent4">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re 1">
            <a:extLst>
              <a:ext uri="{FF2B5EF4-FFF2-40B4-BE49-F238E27FC236}">
                <a16:creationId xmlns:a16="http://schemas.microsoft.com/office/drawing/2014/main" id="{F657BD59-35CC-9BB3-8621-6FA3356F81AA}"/>
              </a:ext>
            </a:extLst>
          </p:cNvPr>
          <p:cNvSpPr>
            <a:spLocks noGrp="1"/>
          </p:cNvSpPr>
          <p:nvPr>
            <p:ph type="title"/>
          </p:nvPr>
        </p:nvSpPr>
        <p:spPr>
          <a:xfrm>
            <a:off x="731520" y="731520"/>
            <a:ext cx="5303520" cy="4023360"/>
          </a:xfrm>
        </p:spPr>
        <p:txBody>
          <a:bodyPr lIns="0" rIns="0" rtlCol="0">
            <a:normAutofit/>
          </a:bodyPr>
          <a:lstStyle>
            <a:lvl1pPr algn="ctr">
              <a:defRPr sz="4600"/>
            </a:lvl1pPr>
          </a:lstStyle>
          <a:p>
            <a:pPr rtl="0"/>
            <a:r>
              <a:rPr lang="fr-FR"/>
              <a:t>Modifiez le style du titre</a:t>
            </a:r>
            <a:endParaRPr lang="en-US" dirty="0"/>
          </a:p>
        </p:txBody>
      </p:sp>
      <p:sp>
        <p:nvSpPr>
          <p:cNvPr id="3" name="Espace réservé du contenu 2">
            <a:extLst>
              <a:ext uri="{FF2B5EF4-FFF2-40B4-BE49-F238E27FC236}">
                <a16:creationId xmlns:a16="http://schemas.microsoft.com/office/drawing/2014/main" id="{A772710C-A212-1B12-06CD-FA2A14F89D68}"/>
              </a:ext>
            </a:extLst>
          </p:cNvPr>
          <p:cNvSpPr>
            <a:spLocks noGrp="1"/>
          </p:cNvSpPr>
          <p:nvPr>
            <p:ph idx="1"/>
          </p:nvPr>
        </p:nvSpPr>
        <p:spPr>
          <a:xfrm>
            <a:off x="6099048" y="731520"/>
            <a:ext cx="5303520" cy="4023360"/>
          </a:xfrm>
        </p:spPr>
        <p:txBody>
          <a:bodyPr rtlCol="0" anchor="ctr" anchorCtr="0"/>
          <a:lstStyle>
            <a:lvl1pPr marL="0" indent="0">
              <a:buNone/>
              <a:defRPr sz="2000"/>
            </a:lvl1pPr>
            <a:lvl2pPr>
              <a:buClr>
                <a:schemeClr val="accent1"/>
              </a:buClr>
              <a:buSzPct val="90000"/>
              <a:defRPr/>
            </a:lvl2pPr>
            <a:lvl3pPr>
              <a:buClr>
                <a:schemeClr val="accent1"/>
              </a:buClr>
              <a:buSzPct val="90000"/>
              <a:defRPr/>
            </a:lvl3pPr>
            <a:lvl4pPr>
              <a:buClr>
                <a:schemeClr val="accent1"/>
              </a:buClr>
              <a:buSzPct val="90000"/>
              <a:defRPr/>
            </a:lvl4pPr>
            <a:lvl5pPr>
              <a:buClr>
                <a:schemeClr val="accent1"/>
              </a:buClr>
              <a:buSzPct val="90000"/>
              <a:defRPr/>
            </a:lvl5pPr>
          </a:lstStyle>
          <a:p>
            <a:pPr lvl="0" rtl="0"/>
            <a:r>
              <a:rPr lang="fr-FR"/>
              <a:t>Cliquez pour modifier les styles du texte du masque</a:t>
            </a:r>
          </a:p>
          <a:p>
            <a:pPr lvl="1" rtl="0"/>
            <a:r>
              <a:rPr lang="fr-FR"/>
              <a:t>Deuxième niveau</a:t>
            </a:r>
          </a:p>
          <a:p>
            <a:pPr lvl="2" rtl="0"/>
            <a:r>
              <a:rPr lang="fr-FR"/>
              <a:t>Troisième niveau</a:t>
            </a:r>
          </a:p>
          <a:p>
            <a:pPr lvl="3" rtl="0"/>
            <a:r>
              <a:rPr lang="fr-FR"/>
              <a:t>Quatrième niveau</a:t>
            </a:r>
          </a:p>
          <a:p>
            <a:pPr lvl="4" rtl="0"/>
            <a:r>
              <a:rPr lang="fr-FR"/>
              <a:t>Cinquième niveau</a:t>
            </a:r>
            <a:endParaRPr lang="fr"/>
          </a:p>
        </p:txBody>
      </p:sp>
    </p:spTree>
    <p:extLst>
      <p:ext uri="{BB962C8B-B14F-4D97-AF65-F5344CB8AC3E}">
        <p14:creationId xmlns:p14="http://schemas.microsoft.com/office/powerpoint/2010/main" val="9857372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4">
            <a:alpha val="40000"/>
          </a:schemeClr>
        </a:solidFill>
        <a:effectLst/>
      </p:bgPr>
    </p:bg>
    <p:spTree>
      <p:nvGrpSpPr>
        <p:cNvPr id="1" name=""/>
        <p:cNvGrpSpPr/>
        <p:nvPr/>
      </p:nvGrpSpPr>
      <p:grpSpPr>
        <a:xfrm>
          <a:off x="0" y="0"/>
          <a:ext cx="0" cy="0"/>
          <a:chOff x="0" y="0"/>
          <a:chExt cx="0" cy="0"/>
        </a:xfrm>
      </p:grpSpPr>
      <p:sp>
        <p:nvSpPr>
          <p:cNvPr id="2" name="Espace réservé au titre 1">
            <a:extLst>
              <a:ext uri="{FF2B5EF4-FFF2-40B4-BE49-F238E27FC236}">
                <a16:creationId xmlns:a16="http://schemas.microsoft.com/office/drawing/2014/main" id="{FD9B7248-6025-0744-9C6E-BC6F9FDBD5B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rtl="0"/>
            <a:r>
              <a:rPr lang="fr"/>
              <a:t>Modifiez le style du titre</a:t>
            </a:r>
          </a:p>
        </p:txBody>
      </p:sp>
      <p:sp>
        <p:nvSpPr>
          <p:cNvPr id="3" name="Espace réservé du texte 2">
            <a:extLst>
              <a:ext uri="{FF2B5EF4-FFF2-40B4-BE49-F238E27FC236}">
                <a16:creationId xmlns:a16="http://schemas.microsoft.com/office/drawing/2014/main" id="{584367D3-6495-C045-872D-F4C6CB656C6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4" name="Date de l'espace réservé 3">
            <a:extLst>
              <a:ext uri="{FF2B5EF4-FFF2-40B4-BE49-F238E27FC236}">
                <a16:creationId xmlns:a16="http://schemas.microsoft.com/office/drawing/2014/main" id="{65CC2195-E771-AB42-B5A7-7832D8F418C4}"/>
              </a:ext>
            </a:extLst>
          </p:cNvPr>
          <p:cNvSpPr>
            <a:spLocks noGrp="1"/>
          </p:cNvSpPr>
          <p:nvPr>
            <p:ph type="dt" sz="half" idx="2"/>
          </p:nvPr>
        </p:nvSpPr>
        <p:spPr>
          <a:xfrm>
            <a:off x="838200" y="6254339"/>
            <a:ext cx="2743200" cy="228600"/>
          </a:xfrm>
          <a:prstGeom prst="rect">
            <a:avLst/>
          </a:prstGeom>
        </p:spPr>
        <p:txBody>
          <a:bodyPr vert="horz" lIns="91440" tIns="45720" rIns="91440" bIns="45720" rtlCol="0" anchor="ctr"/>
          <a:lstStyle>
            <a:lvl1pPr algn="l">
              <a:defRPr sz="800">
                <a:solidFill>
                  <a:schemeClr val="tx1">
                    <a:tint val="75000"/>
                  </a:schemeClr>
                </a:solidFill>
                <a:latin typeface="+mn-lt"/>
              </a:defRPr>
            </a:lvl1pPr>
          </a:lstStyle>
          <a:p>
            <a:pPr rtl="0"/>
            <a:fld id="{906A8E3A-8DBF-0542-BC99-444DCA0CC2C2}" type="datetimeFigureOut">
              <a:rPr lang="en-US" smtClean="0"/>
              <a:pPr rtl="0"/>
              <a:t>1/15/2026</a:t>
            </a:fld>
            <a:endParaRPr lang="en-US" dirty="0"/>
          </a:p>
        </p:txBody>
      </p:sp>
      <p:sp>
        <p:nvSpPr>
          <p:cNvPr id="5" name="Pied de page Espace réservé 4">
            <a:extLst>
              <a:ext uri="{FF2B5EF4-FFF2-40B4-BE49-F238E27FC236}">
                <a16:creationId xmlns:a16="http://schemas.microsoft.com/office/drawing/2014/main" id="{737F28BA-DFC0-3946-9FE9-DE388CB020C0}"/>
              </a:ext>
            </a:extLst>
          </p:cNvPr>
          <p:cNvSpPr>
            <a:spLocks noGrp="1"/>
          </p:cNvSpPr>
          <p:nvPr>
            <p:ph type="ftr" sz="quarter" idx="3"/>
          </p:nvPr>
        </p:nvSpPr>
        <p:spPr>
          <a:xfrm>
            <a:off x="4038600" y="6254339"/>
            <a:ext cx="4114800" cy="228600"/>
          </a:xfrm>
          <a:prstGeom prst="rect">
            <a:avLst/>
          </a:prstGeom>
        </p:spPr>
        <p:txBody>
          <a:bodyPr vert="horz" lIns="91440" tIns="45720" rIns="91440" bIns="45720" rtlCol="0" anchor="ctr"/>
          <a:lstStyle>
            <a:lvl1pPr algn="ctr">
              <a:defRPr sz="800">
                <a:solidFill>
                  <a:schemeClr val="tx1">
                    <a:tint val="75000"/>
                  </a:schemeClr>
                </a:solidFill>
                <a:latin typeface="+mn-lt"/>
              </a:defRPr>
            </a:lvl1pPr>
          </a:lstStyle>
          <a:p>
            <a:pPr rtl="0"/>
            <a:endParaRPr lang="en-US" dirty="0"/>
          </a:p>
        </p:txBody>
      </p:sp>
      <p:sp>
        <p:nvSpPr>
          <p:cNvPr id="6" name="Espace réservé du numéro de diapositive 5">
            <a:extLst>
              <a:ext uri="{FF2B5EF4-FFF2-40B4-BE49-F238E27FC236}">
                <a16:creationId xmlns:a16="http://schemas.microsoft.com/office/drawing/2014/main" id="{BDDF77CB-EF35-DF4C-95FE-31419B6CA9E6}"/>
              </a:ext>
            </a:extLst>
          </p:cNvPr>
          <p:cNvSpPr>
            <a:spLocks noGrp="1"/>
          </p:cNvSpPr>
          <p:nvPr>
            <p:ph type="sldNum" sz="quarter" idx="4"/>
          </p:nvPr>
        </p:nvSpPr>
        <p:spPr>
          <a:xfrm>
            <a:off x="10936940" y="6254339"/>
            <a:ext cx="416859" cy="228600"/>
          </a:xfrm>
          <a:prstGeom prst="rect">
            <a:avLst/>
          </a:prstGeom>
        </p:spPr>
        <p:txBody>
          <a:bodyPr vert="horz" lIns="91440" tIns="45720" rIns="91440" bIns="45720" rtlCol="0" anchor="ctr"/>
          <a:lstStyle>
            <a:lvl1pPr algn="r">
              <a:defRPr sz="800">
                <a:solidFill>
                  <a:schemeClr val="tx1">
                    <a:tint val="75000"/>
                  </a:schemeClr>
                </a:solidFill>
                <a:latin typeface="+mn-lt"/>
              </a:defRPr>
            </a:lvl1pPr>
          </a:lstStyle>
          <a:p>
            <a:pPr rtl="0"/>
            <a:fld id="{A693002F-D6EA-CF48-8F44-2316036B2B87}" type="slidenum">
              <a:rPr lang="en-US" smtClean="0"/>
              <a:pPr/>
              <a:t>‹N°›</a:t>
            </a:fld>
            <a:endParaRPr lang="en-US" dirty="0"/>
          </a:p>
        </p:txBody>
      </p:sp>
    </p:spTree>
    <p:extLst>
      <p:ext uri="{BB962C8B-B14F-4D97-AF65-F5344CB8AC3E}">
        <p14:creationId xmlns:p14="http://schemas.microsoft.com/office/powerpoint/2010/main" val="206674529"/>
      </p:ext>
    </p:extLst>
  </p:cSld>
  <p:clrMap bg1="lt1" tx1="dk1" bg2="lt2" tx2="dk2" accent1="accent1" accent2="accent2" accent3="accent3" accent4="accent4" accent5="accent5" accent6="accent6" hlink="hlink" folHlink="folHlink"/>
  <p:sldLayoutIdLst>
    <p:sldLayoutId id="2147483681" r:id="rId1"/>
    <p:sldLayoutId id="2147483703" r:id="rId2"/>
    <p:sldLayoutId id="2147483695" r:id="rId3"/>
    <p:sldLayoutId id="2147483694" r:id="rId4"/>
    <p:sldLayoutId id="2147483696" r:id="rId5"/>
    <p:sldLayoutId id="2147483704" r:id="rId6"/>
    <p:sldLayoutId id="2147483698" r:id="rId7"/>
    <p:sldLayoutId id="2147483705" r:id="rId8"/>
    <p:sldLayoutId id="2147483706" r:id="rId9"/>
    <p:sldLayoutId id="2147483707" r:id="rId10"/>
    <p:sldLayoutId id="2147483708" r:id="rId11"/>
    <p:sldLayoutId id="2147483709" r:id="rId12"/>
    <p:sldLayoutId id="2147483702" r:id="rId13"/>
  </p:sldLayoutIdLst>
  <p:txStyles>
    <p:titleStyle>
      <a:lvl1pPr algn="l" defTabSz="914400" rtl="0" eaLnBrk="1" latinLnBrk="0" hangingPunct="1">
        <a:lnSpc>
          <a:spcPct val="90000"/>
        </a:lnSpc>
        <a:spcBef>
          <a:spcPct val="0"/>
        </a:spcBef>
        <a:buNone/>
        <a:defRPr sz="2400" b="0" kern="1200" spc="150" baseline="0">
          <a:solidFill>
            <a:schemeClr val="tx1"/>
          </a:solidFill>
          <a:latin typeface="+mj-lt"/>
          <a:ea typeface="Meiryo UI" panose="020B0604030504040204" pitchFamily="34" charset="-128"/>
          <a:cs typeface="+mj-cs"/>
        </a:defRPr>
      </a:lvl1pPr>
    </p:titleStyle>
    <p:bodyStyle>
      <a:lvl1pPr marL="228600" indent="-228600" algn="l" defTabSz="914400" rtl="0" eaLnBrk="1" latinLnBrk="0" hangingPunct="1">
        <a:lnSpc>
          <a:spcPct val="100000"/>
        </a:lnSpc>
        <a:spcBef>
          <a:spcPts val="1500"/>
        </a:spcBef>
        <a:buFont typeface="Arial" panose="020B0604020202020204" pitchFamily="34" charset="0"/>
        <a:buChar char="•"/>
        <a:defRPr sz="1500" kern="1200" spc="0" baseline="0">
          <a:solidFill>
            <a:schemeClr val="tx1"/>
          </a:solidFill>
          <a:latin typeface="+mn-lt"/>
          <a:ea typeface="Meiryo UI" panose="020B0604030504040204" pitchFamily="34" charset="-128"/>
          <a:cs typeface="+mn-cs"/>
        </a:defRPr>
      </a:lvl1pPr>
      <a:lvl2pPr marL="685800" indent="-228600" algn="l" defTabSz="914400" rtl="0" eaLnBrk="1" latinLnBrk="0" hangingPunct="1">
        <a:lnSpc>
          <a:spcPct val="100000"/>
        </a:lnSpc>
        <a:spcBef>
          <a:spcPts val="1500"/>
        </a:spcBef>
        <a:buFont typeface="Arial" panose="020B0604020202020204" pitchFamily="34" charset="0"/>
        <a:buChar char="•"/>
        <a:defRPr sz="1500" kern="1200" spc="0" baseline="0">
          <a:solidFill>
            <a:schemeClr val="tx1"/>
          </a:solidFill>
          <a:latin typeface="+mn-lt"/>
          <a:ea typeface="Meiryo UI" panose="020B0604030504040204" pitchFamily="34" charset="-128"/>
          <a:cs typeface="+mn-cs"/>
        </a:defRPr>
      </a:lvl2pPr>
      <a:lvl3pPr marL="1143000" indent="-228600" algn="l" defTabSz="914400" rtl="0" eaLnBrk="1" latinLnBrk="0" hangingPunct="1">
        <a:lnSpc>
          <a:spcPct val="100000"/>
        </a:lnSpc>
        <a:spcBef>
          <a:spcPts val="1500"/>
        </a:spcBef>
        <a:buFont typeface="Arial" panose="020B0604020202020204" pitchFamily="34" charset="0"/>
        <a:buChar char="•"/>
        <a:defRPr sz="1400" kern="1200" spc="0" baseline="0">
          <a:solidFill>
            <a:schemeClr val="tx1"/>
          </a:solidFill>
          <a:latin typeface="+mn-lt"/>
          <a:ea typeface="Meiryo UI" panose="020B0604030504040204" pitchFamily="34" charset="-128"/>
          <a:cs typeface="+mn-cs"/>
        </a:defRPr>
      </a:lvl3pPr>
      <a:lvl4pPr marL="1600200" indent="-228600" algn="l" defTabSz="914400" rtl="0" eaLnBrk="1" latinLnBrk="0" hangingPunct="1">
        <a:lnSpc>
          <a:spcPct val="100000"/>
        </a:lnSpc>
        <a:spcBef>
          <a:spcPts val="1500"/>
        </a:spcBef>
        <a:buFont typeface="Arial" panose="020B0604020202020204" pitchFamily="34" charset="0"/>
        <a:buChar char="•"/>
        <a:defRPr sz="1400" kern="1200" spc="0" baseline="0">
          <a:solidFill>
            <a:schemeClr val="tx1"/>
          </a:solidFill>
          <a:latin typeface="+mn-lt"/>
          <a:ea typeface="Meiryo UI" panose="020B0604030504040204" pitchFamily="34" charset="-128"/>
          <a:cs typeface="+mn-cs"/>
        </a:defRPr>
      </a:lvl4pPr>
      <a:lvl5pPr marL="2057400" indent="-228600" algn="l" defTabSz="914400" rtl="0" eaLnBrk="1" latinLnBrk="0" hangingPunct="1">
        <a:lnSpc>
          <a:spcPct val="100000"/>
        </a:lnSpc>
        <a:spcBef>
          <a:spcPts val="1500"/>
        </a:spcBef>
        <a:buFont typeface="Arial" panose="020B0604020202020204" pitchFamily="34" charset="0"/>
        <a:buChar char="•"/>
        <a:defRPr sz="1400" kern="1200" spc="0" baseline="0">
          <a:solidFill>
            <a:schemeClr val="tx1"/>
          </a:solidFill>
          <a:latin typeface="+mn-lt"/>
          <a:ea typeface="Meiryo UI" panose="020B0604030504040204"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sv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12.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4">
            <a:alpha val="40000"/>
          </a:schemeClr>
        </a:solidFill>
        <a:effectLst/>
      </p:bgPr>
    </p:bg>
    <p:spTree>
      <p:nvGrpSpPr>
        <p:cNvPr id="1" name=""/>
        <p:cNvGrpSpPr/>
        <p:nvPr/>
      </p:nvGrpSpPr>
      <p:grpSpPr>
        <a:xfrm>
          <a:off x="0" y="0"/>
          <a:ext cx="0" cy="0"/>
          <a:chOff x="0" y="0"/>
          <a:chExt cx="0" cy="0"/>
        </a:xfrm>
      </p:grpSpPr>
      <p:sp>
        <p:nvSpPr>
          <p:cNvPr id="17" name="Titre 16">
            <a:extLst>
              <a:ext uri="{FF2B5EF4-FFF2-40B4-BE49-F238E27FC236}">
                <a16:creationId xmlns:a16="http://schemas.microsoft.com/office/drawing/2014/main" id="{3D0CB20F-6AE1-1AD7-2AA5-50FACF083EFD}"/>
              </a:ext>
            </a:extLst>
          </p:cNvPr>
          <p:cNvSpPr>
            <a:spLocks noGrp="1"/>
          </p:cNvSpPr>
          <p:nvPr>
            <p:ph type="ctrTitle"/>
          </p:nvPr>
        </p:nvSpPr>
        <p:spPr>
          <a:xfrm>
            <a:off x="1468940" y="2042650"/>
            <a:ext cx="9277720" cy="1376516"/>
          </a:xfrm>
        </p:spPr>
        <p:txBody>
          <a:bodyPr lIns="0" tIns="0" rIns="0" bIns="0" rtlCol="0">
            <a:normAutofit/>
          </a:bodyPr>
          <a:lstStyle/>
          <a:p>
            <a:pPr algn="ctr" rtl="0"/>
            <a:r>
              <a:rPr lang="fr-MA" sz="3600" dirty="0"/>
              <a:t>S</a:t>
            </a:r>
            <a:r>
              <a:rPr lang="fr" sz="3600" dirty="0"/>
              <a:t>ystème de recommendations de logement (immobilier)</a:t>
            </a:r>
          </a:p>
        </p:txBody>
      </p:sp>
      <p:sp>
        <p:nvSpPr>
          <p:cNvPr id="21" name="Sous-titre 20">
            <a:extLst>
              <a:ext uri="{FF2B5EF4-FFF2-40B4-BE49-F238E27FC236}">
                <a16:creationId xmlns:a16="http://schemas.microsoft.com/office/drawing/2014/main" id="{6736B65B-9159-75EE-D968-9BF18FF2DDF0}"/>
              </a:ext>
            </a:extLst>
          </p:cNvPr>
          <p:cNvSpPr>
            <a:spLocks noGrp="1"/>
          </p:cNvSpPr>
          <p:nvPr>
            <p:ph type="subTitle" idx="1"/>
          </p:nvPr>
        </p:nvSpPr>
        <p:spPr>
          <a:xfrm>
            <a:off x="1317463" y="5043947"/>
            <a:ext cx="3234814" cy="1248698"/>
          </a:xfrm>
        </p:spPr>
        <p:txBody>
          <a:bodyPr lIns="0" tIns="0" rIns="0" bIns="0" rtlCol="0">
            <a:normAutofit/>
          </a:bodyPr>
          <a:lstStyle/>
          <a:p>
            <a:pPr rtl="0"/>
            <a:r>
              <a:rPr lang="fr" sz="1800" dirty="0"/>
              <a:t>Présenté par </a:t>
            </a:r>
            <a:br>
              <a:rPr lang="fr" sz="1800" dirty="0"/>
            </a:br>
            <a:r>
              <a:rPr lang="fr" sz="1800" dirty="0"/>
              <a:t>AIT LAHCEN Achraf</a:t>
            </a:r>
            <a:br>
              <a:rPr lang="fr" sz="1800" dirty="0"/>
            </a:br>
            <a:r>
              <a:rPr lang="fr" sz="1800" dirty="0"/>
              <a:t>ELJAZOULY Abdessamad</a:t>
            </a:r>
            <a:br>
              <a:rPr lang="fr" sz="1800" dirty="0"/>
            </a:br>
            <a:r>
              <a:rPr lang="fr" sz="1800" dirty="0"/>
              <a:t>LAFNOUNE Ayman</a:t>
            </a:r>
          </a:p>
        </p:txBody>
      </p:sp>
      <p:sp>
        <p:nvSpPr>
          <p:cNvPr id="2" name="Sous-titre 20">
            <a:extLst>
              <a:ext uri="{FF2B5EF4-FFF2-40B4-BE49-F238E27FC236}">
                <a16:creationId xmlns:a16="http://schemas.microsoft.com/office/drawing/2014/main" id="{55F3F33C-1297-E07B-F024-BFE677226D45}"/>
              </a:ext>
            </a:extLst>
          </p:cNvPr>
          <p:cNvSpPr txBox="1">
            <a:spLocks/>
          </p:cNvSpPr>
          <p:nvPr/>
        </p:nvSpPr>
        <p:spPr>
          <a:xfrm>
            <a:off x="8159421" y="5034113"/>
            <a:ext cx="3525848" cy="1052052"/>
          </a:xfrm>
          <a:prstGeom prst="rect">
            <a:avLst/>
          </a:prstGeom>
        </p:spPr>
        <p:txBody>
          <a:bodyPr vert="horz" lIns="0" tIns="0" rIns="0" bIns="0" rtlCol="0" anchor="t">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kern="1200" spc="0" baseline="0">
                <a:solidFill>
                  <a:schemeClr val="tx1"/>
                </a:solidFill>
                <a:latin typeface="+mn-lt"/>
                <a:ea typeface="Meiryo UI" panose="020B0604030504040204" pitchFamily="34" charset="-128"/>
                <a:cs typeface="+mn-cs"/>
              </a:defRPr>
            </a:lvl1pPr>
            <a:lvl2pPr marL="457200" indent="0" algn="ctr" defTabSz="914400" rtl="0" eaLnBrk="1" latinLnBrk="0" hangingPunct="1">
              <a:lnSpc>
                <a:spcPct val="100000"/>
              </a:lnSpc>
              <a:spcBef>
                <a:spcPts val="1500"/>
              </a:spcBef>
              <a:buFont typeface="Arial" panose="020B0604020202020204" pitchFamily="34" charset="0"/>
              <a:buNone/>
              <a:defRPr sz="2000" kern="1200" spc="0" baseline="0">
                <a:solidFill>
                  <a:schemeClr val="tx1"/>
                </a:solidFill>
                <a:latin typeface="+mn-lt"/>
                <a:ea typeface="Meiryo UI" panose="020B0604030504040204" pitchFamily="34" charset="-128"/>
                <a:cs typeface="+mn-cs"/>
              </a:defRPr>
            </a:lvl2pPr>
            <a:lvl3pPr marL="914400" indent="0" algn="ctr" defTabSz="914400" rtl="0" eaLnBrk="1" latinLnBrk="0" hangingPunct="1">
              <a:lnSpc>
                <a:spcPct val="100000"/>
              </a:lnSpc>
              <a:spcBef>
                <a:spcPts val="1500"/>
              </a:spcBef>
              <a:buFont typeface="Arial" panose="020B0604020202020204" pitchFamily="34" charset="0"/>
              <a:buNone/>
              <a:defRPr sz="1800" kern="1200" spc="0" baseline="0">
                <a:solidFill>
                  <a:schemeClr val="tx1"/>
                </a:solidFill>
                <a:latin typeface="+mn-lt"/>
                <a:ea typeface="Meiryo UI" panose="020B0604030504040204" pitchFamily="34" charset="-128"/>
                <a:cs typeface="+mn-cs"/>
              </a:defRPr>
            </a:lvl3pPr>
            <a:lvl4pPr marL="1371600" indent="0" algn="ctr" defTabSz="914400" rtl="0" eaLnBrk="1" latinLnBrk="0" hangingPunct="1">
              <a:lnSpc>
                <a:spcPct val="100000"/>
              </a:lnSpc>
              <a:spcBef>
                <a:spcPts val="1500"/>
              </a:spcBef>
              <a:buFont typeface="Arial" panose="020B0604020202020204" pitchFamily="34" charset="0"/>
              <a:buNone/>
              <a:defRPr sz="1600" kern="1200" spc="0" baseline="0">
                <a:solidFill>
                  <a:schemeClr val="tx1"/>
                </a:solidFill>
                <a:latin typeface="+mn-lt"/>
                <a:ea typeface="Meiryo UI" panose="020B0604030504040204" pitchFamily="34" charset="-128"/>
                <a:cs typeface="+mn-cs"/>
              </a:defRPr>
            </a:lvl4pPr>
            <a:lvl5pPr marL="1828800" indent="0" algn="ctr" defTabSz="914400" rtl="0" eaLnBrk="1" latinLnBrk="0" hangingPunct="1">
              <a:lnSpc>
                <a:spcPct val="100000"/>
              </a:lnSpc>
              <a:spcBef>
                <a:spcPts val="1500"/>
              </a:spcBef>
              <a:buFont typeface="Arial" panose="020B0604020202020204" pitchFamily="34" charset="0"/>
              <a:buNone/>
              <a:defRPr sz="1600" kern="1200" spc="0" baseline="0">
                <a:solidFill>
                  <a:schemeClr val="tx1"/>
                </a:solidFill>
                <a:latin typeface="+mn-lt"/>
                <a:ea typeface="Meiryo UI" panose="020B0604030504040204" pitchFamily="34" charset="-128"/>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 sz="1800" dirty="0"/>
              <a:t>Professeur </a:t>
            </a:r>
            <a:br>
              <a:rPr lang="fr" sz="1800" dirty="0"/>
            </a:br>
            <a:r>
              <a:rPr lang="fr" sz="1800" dirty="0"/>
              <a:t>Mr BENTACHFINE Ilyas</a:t>
            </a:r>
          </a:p>
        </p:txBody>
      </p:sp>
      <p:pic>
        <p:nvPicPr>
          <p:cNvPr id="4" name="Image 3" descr="Une image contenant texte, Police, Graphique, graphisme&#10;&#10;Le contenu généré par l’IA peut être incorrect.">
            <a:extLst>
              <a:ext uri="{FF2B5EF4-FFF2-40B4-BE49-F238E27FC236}">
                <a16:creationId xmlns:a16="http://schemas.microsoft.com/office/drawing/2014/main" id="{86A5BADA-BD8F-6E44-8469-5A7EC7F7BC26}"/>
              </a:ext>
            </a:extLst>
          </p:cNvPr>
          <p:cNvPicPr>
            <a:picLocks noChangeAspect="1"/>
          </p:cNvPicPr>
          <p:nvPr/>
        </p:nvPicPr>
        <p:blipFill>
          <a:blip r:embed="rId2"/>
          <a:stretch>
            <a:fillRect/>
          </a:stretch>
        </p:blipFill>
        <p:spPr>
          <a:xfrm>
            <a:off x="639096" y="571192"/>
            <a:ext cx="3234814" cy="707616"/>
          </a:xfrm>
          <a:prstGeom prst="rect">
            <a:avLst/>
          </a:prstGeom>
        </p:spPr>
      </p:pic>
      <p:sp>
        <p:nvSpPr>
          <p:cNvPr id="5" name="Sous-titre 20">
            <a:extLst>
              <a:ext uri="{FF2B5EF4-FFF2-40B4-BE49-F238E27FC236}">
                <a16:creationId xmlns:a16="http://schemas.microsoft.com/office/drawing/2014/main" id="{8DB238C5-4DFD-552A-6339-81475B2C6792}"/>
              </a:ext>
            </a:extLst>
          </p:cNvPr>
          <p:cNvSpPr txBox="1">
            <a:spLocks/>
          </p:cNvSpPr>
          <p:nvPr/>
        </p:nvSpPr>
        <p:spPr>
          <a:xfrm>
            <a:off x="5296423" y="4830249"/>
            <a:ext cx="2118852" cy="427396"/>
          </a:xfrm>
          <a:prstGeom prst="rect">
            <a:avLst/>
          </a:prstGeom>
        </p:spPr>
        <p:txBody>
          <a:bodyPr vert="horz" lIns="0" tIns="0" rIns="0" bIns="0" rtlCol="0" anchor="t">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kern="1200" spc="0" baseline="0">
                <a:solidFill>
                  <a:schemeClr val="tx1"/>
                </a:solidFill>
                <a:latin typeface="+mn-lt"/>
                <a:ea typeface="Meiryo UI" panose="020B0604030504040204" pitchFamily="34" charset="-128"/>
                <a:cs typeface="+mn-cs"/>
              </a:defRPr>
            </a:lvl1pPr>
            <a:lvl2pPr marL="457200" indent="0" algn="ctr" defTabSz="914400" rtl="0" eaLnBrk="1" latinLnBrk="0" hangingPunct="1">
              <a:lnSpc>
                <a:spcPct val="100000"/>
              </a:lnSpc>
              <a:spcBef>
                <a:spcPts val="1500"/>
              </a:spcBef>
              <a:buFont typeface="Arial" panose="020B0604020202020204" pitchFamily="34" charset="0"/>
              <a:buNone/>
              <a:defRPr sz="2000" kern="1200" spc="0" baseline="0">
                <a:solidFill>
                  <a:schemeClr val="tx1"/>
                </a:solidFill>
                <a:latin typeface="+mn-lt"/>
                <a:ea typeface="Meiryo UI" panose="020B0604030504040204" pitchFamily="34" charset="-128"/>
                <a:cs typeface="+mn-cs"/>
              </a:defRPr>
            </a:lvl2pPr>
            <a:lvl3pPr marL="914400" indent="0" algn="ctr" defTabSz="914400" rtl="0" eaLnBrk="1" latinLnBrk="0" hangingPunct="1">
              <a:lnSpc>
                <a:spcPct val="100000"/>
              </a:lnSpc>
              <a:spcBef>
                <a:spcPts val="1500"/>
              </a:spcBef>
              <a:buFont typeface="Arial" panose="020B0604020202020204" pitchFamily="34" charset="0"/>
              <a:buNone/>
              <a:defRPr sz="1800" kern="1200" spc="0" baseline="0">
                <a:solidFill>
                  <a:schemeClr val="tx1"/>
                </a:solidFill>
                <a:latin typeface="+mn-lt"/>
                <a:ea typeface="Meiryo UI" panose="020B0604030504040204" pitchFamily="34" charset="-128"/>
                <a:cs typeface="+mn-cs"/>
              </a:defRPr>
            </a:lvl3pPr>
            <a:lvl4pPr marL="1371600" indent="0" algn="ctr" defTabSz="914400" rtl="0" eaLnBrk="1" latinLnBrk="0" hangingPunct="1">
              <a:lnSpc>
                <a:spcPct val="100000"/>
              </a:lnSpc>
              <a:spcBef>
                <a:spcPts val="1500"/>
              </a:spcBef>
              <a:buFont typeface="Arial" panose="020B0604020202020204" pitchFamily="34" charset="0"/>
              <a:buNone/>
              <a:defRPr sz="1600" kern="1200" spc="0" baseline="0">
                <a:solidFill>
                  <a:schemeClr val="tx1"/>
                </a:solidFill>
                <a:latin typeface="+mn-lt"/>
                <a:ea typeface="Meiryo UI" panose="020B0604030504040204" pitchFamily="34" charset="-128"/>
                <a:cs typeface="+mn-cs"/>
              </a:defRPr>
            </a:lvl4pPr>
            <a:lvl5pPr marL="1828800" indent="0" algn="ctr" defTabSz="914400" rtl="0" eaLnBrk="1" latinLnBrk="0" hangingPunct="1">
              <a:lnSpc>
                <a:spcPct val="100000"/>
              </a:lnSpc>
              <a:spcBef>
                <a:spcPts val="1500"/>
              </a:spcBef>
              <a:buFont typeface="Arial" panose="020B0604020202020204" pitchFamily="34" charset="0"/>
              <a:buNone/>
              <a:defRPr sz="1600" kern="1200" spc="0" baseline="0">
                <a:solidFill>
                  <a:schemeClr val="tx1"/>
                </a:solidFill>
                <a:latin typeface="+mn-lt"/>
                <a:ea typeface="Meiryo UI" panose="020B0604030504040204" pitchFamily="34" charset="-128"/>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 sz="1800" dirty="0"/>
              <a:t>16 Janvier 2026</a:t>
            </a:r>
          </a:p>
        </p:txBody>
      </p:sp>
      <p:sp>
        <p:nvSpPr>
          <p:cNvPr id="6" name="Sous-titre 20">
            <a:extLst>
              <a:ext uri="{FF2B5EF4-FFF2-40B4-BE49-F238E27FC236}">
                <a16:creationId xmlns:a16="http://schemas.microsoft.com/office/drawing/2014/main" id="{8FEE205D-DC30-D267-405F-3AEE353CC45C}"/>
              </a:ext>
            </a:extLst>
          </p:cNvPr>
          <p:cNvSpPr txBox="1">
            <a:spLocks/>
          </p:cNvSpPr>
          <p:nvPr/>
        </p:nvSpPr>
        <p:spPr>
          <a:xfrm>
            <a:off x="7859168" y="674582"/>
            <a:ext cx="4126355" cy="427396"/>
          </a:xfrm>
          <a:prstGeom prst="rect">
            <a:avLst/>
          </a:prstGeom>
        </p:spPr>
        <p:txBody>
          <a:bodyPr vert="horz" lIns="0" tIns="0" rIns="0" bIns="0" rtlCol="0" anchor="t">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kern="1200" spc="0" baseline="0">
                <a:solidFill>
                  <a:schemeClr val="tx1"/>
                </a:solidFill>
                <a:latin typeface="+mn-lt"/>
                <a:ea typeface="Meiryo UI" panose="020B0604030504040204" pitchFamily="34" charset="-128"/>
                <a:cs typeface="+mn-cs"/>
              </a:defRPr>
            </a:lvl1pPr>
            <a:lvl2pPr marL="457200" indent="0" algn="ctr" defTabSz="914400" rtl="0" eaLnBrk="1" latinLnBrk="0" hangingPunct="1">
              <a:lnSpc>
                <a:spcPct val="100000"/>
              </a:lnSpc>
              <a:spcBef>
                <a:spcPts val="1500"/>
              </a:spcBef>
              <a:buFont typeface="Arial" panose="020B0604020202020204" pitchFamily="34" charset="0"/>
              <a:buNone/>
              <a:defRPr sz="2000" kern="1200" spc="0" baseline="0">
                <a:solidFill>
                  <a:schemeClr val="tx1"/>
                </a:solidFill>
                <a:latin typeface="+mn-lt"/>
                <a:ea typeface="Meiryo UI" panose="020B0604030504040204" pitchFamily="34" charset="-128"/>
                <a:cs typeface="+mn-cs"/>
              </a:defRPr>
            </a:lvl2pPr>
            <a:lvl3pPr marL="914400" indent="0" algn="ctr" defTabSz="914400" rtl="0" eaLnBrk="1" latinLnBrk="0" hangingPunct="1">
              <a:lnSpc>
                <a:spcPct val="100000"/>
              </a:lnSpc>
              <a:spcBef>
                <a:spcPts val="1500"/>
              </a:spcBef>
              <a:buFont typeface="Arial" panose="020B0604020202020204" pitchFamily="34" charset="0"/>
              <a:buNone/>
              <a:defRPr sz="1800" kern="1200" spc="0" baseline="0">
                <a:solidFill>
                  <a:schemeClr val="tx1"/>
                </a:solidFill>
                <a:latin typeface="+mn-lt"/>
                <a:ea typeface="Meiryo UI" panose="020B0604030504040204" pitchFamily="34" charset="-128"/>
                <a:cs typeface="+mn-cs"/>
              </a:defRPr>
            </a:lvl3pPr>
            <a:lvl4pPr marL="1371600" indent="0" algn="ctr" defTabSz="914400" rtl="0" eaLnBrk="1" latinLnBrk="0" hangingPunct="1">
              <a:lnSpc>
                <a:spcPct val="100000"/>
              </a:lnSpc>
              <a:spcBef>
                <a:spcPts val="1500"/>
              </a:spcBef>
              <a:buFont typeface="Arial" panose="020B0604020202020204" pitchFamily="34" charset="0"/>
              <a:buNone/>
              <a:defRPr sz="1600" kern="1200" spc="0" baseline="0">
                <a:solidFill>
                  <a:schemeClr val="tx1"/>
                </a:solidFill>
                <a:latin typeface="+mn-lt"/>
                <a:ea typeface="Meiryo UI" panose="020B0604030504040204" pitchFamily="34" charset="-128"/>
                <a:cs typeface="+mn-cs"/>
              </a:defRPr>
            </a:lvl4pPr>
            <a:lvl5pPr marL="1828800" indent="0" algn="ctr" defTabSz="914400" rtl="0" eaLnBrk="1" latinLnBrk="0" hangingPunct="1">
              <a:lnSpc>
                <a:spcPct val="100000"/>
              </a:lnSpc>
              <a:spcBef>
                <a:spcPts val="1500"/>
              </a:spcBef>
              <a:buFont typeface="Arial" panose="020B0604020202020204" pitchFamily="34" charset="0"/>
              <a:buNone/>
              <a:defRPr sz="1600" kern="1200" spc="0" baseline="0">
                <a:solidFill>
                  <a:schemeClr val="tx1"/>
                </a:solidFill>
                <a:latin typeface="+mn-lt"/>
                <a:ea typeface="Meiryo UI" panose="020B0604030504040204" pitchFamily="34" charset="-128"/>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 sz="2000" dirty="0"/>
              <a:t>Année universitaire 2025/2026</a:t>
            </a:r>
          </a:p>
        </p:txBody>
      </p:sp>
      <p:sp>
        <p:nvSpPr>
          <p:cNvPr id="7" name="Sous-titre 20">
            <a:extLst>
              <a:ext uri="{FF2B5EF4-FFF2-40B4-BE49-F238E27FC236}">
                <a16:creationId xmlns:a16="http://schemas.microsoft.com/office/drawing/2014/main" id="{9173BD7C-DB05-1CD1-383A-AA2655163318}"/>
              </a:ext>
            </a:extLst>
          </p:cNvPr>
          <p:cNvSpPr txBox="1">
            <a:spLocks/>
          </p:cNvSpPr>
          <p:nvPr/>
        </p:nvSpPr>
        <p:spPr>
          <a:xfrm>
            <a:off x="3698113" y="3697311"/>
            <a:ext cx="4819373" cy="427396"/>
          </a:xfrm>
          <a:prstGeom prst="rect">
            <a:avLst/>
          </a:prstGeom>
        </p:spPr>
        <p:txBody>
          <a:bodyPr vert="horz" lIns="0" tIns="0" rIns="0" bIns="0" rtlCol="0" anchor="t">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kern="1200" spc="0" baseline="0">
                <a:solidFill>
                  <a:schemeClr val="tx1"/>
                </a:solidFill>
                <a:latin typeface="+mn-lt"/>
                <a:ea typeface="Meiryo UI" panose="020B0604030504040204" pitchFamily="34" charset="-128"/>
                <a:cs typeface="+mn-cs"/>
              </a:defRPr>
            </a:lvl1pPr>
            <a:lvl2pPr marL="457200" indent="0" algn="ctr" defTabSz="914400" rtl="0" eaLnBrk="1" latinLnBrk="0" hangingPunct="1">
              <a:lnSpc>
                <a:spcPct val="100000"/>
              </a:lnSpc>
              <a:spcBef>
                <a:spcPts val="1500"/>
              </a:spcBef>
              <a:buFont typeface="Arial" panose="020B0604020202020204" pitchFamily="34" charset="0"/>
              <a:buNone/>
              <a:defRPr sz="2000" kern="1200" spc="0" baseline="0">
                <a:solidFill>
                  <a:schemeClr val="tx1"/>
                </a:solidFill>
                <a:latin typeface="+mn-lt"/>
                <a:ea typeface="Meiryo UI" panose="020B0604030504040204" pitchFamily="34" charset="-128"/>
                <a:cs typeface="+mn-cs"/>
              </a:defRPr>
            </a:lvl2pPr>
            <a:lvl3pPr marL="914400" indent="0" algn="ctr" defTabSz="914400" rtl="0" eaLnBrk="1" latinLnBrk="0" hangingPunct="1">
              <a:lnSpc>
                <a:spcPct val="100000"/>
              </a:lnSpc>
              <a:spcBef>
                <a:spcPts val="1500"/>
              </a:spcBef>
              <a:buFont typeface="Arial" panose="020B0604020202020204" pitchFamily="34" charset="0"/>
              <a:buNone/>
              <a:defRPr sz="1800" kern="1200" spc="0" baseline="0">
                <a:solidFill>
                  <a:schemeClr val="tx1"/>
                </a:solidFill>
                <a:latin typeface="+mn-lt"/>
                <a:ea typeface="Meiryo UI" panose="020B0604030504040204" pitchFamily="34" charset="-128"/>
                <a:cs typeface="+mn-cs"/>
              </a:defRPr>
            </a:lvl3pPr>
            <a:lvl4pPr marL="1371600" indent="0" algn="ctr" defTabSz="914400" rtl="0" eaLnBrk="1" latinLnBrk="0" hangingPunct="1">
              <a:lnSpc>
                <a:spcPct val="100000"/>
              </a:lnSpc>
              <a:spcBef>
                <a:spcPts val="1500"/>
              </a:spcBef>
              <a:buFont typeface="Arial" panose="020B0604020202020204" pitchFamily="34" charset="0"/>
              <a:buNone/>
              <a:defRPr sz="1600" kern="1200" spc="0" baseline="0">
                <a:solidFill>
                  <a:schemeClr val="tx1"/>
                </a:solidFill>
                <a:latin typeface="+mn-lt"/>
                <a:ea typeface="Meiryo UI" panose="020B0604030504040204" pitchFamily="34" charset="-128"/>
                <a:cs typeface="+mn-cs"/>
              </a:defRPr>
            </a:lvl4pPr>
            <a:lvl5pPr marL="1828800" indent="0" algn="ctr" defTabSz="914400" rtl="0" eaLnBrk="1" latinLnBrk="0" hangingPunct="1">
              <a:lnSpc>
                <a:spcPct val="100000"/>
              </a:lnSpc>
              <a:spcBef>
                <a:spcPts val="1500"/>
              </a:spcBef>
              <a:buFont typeface="Arial" panose="020B0604020202020204" pitchFamily="34" charset="0"/>
              <a:buNone/>
              <a:defRPr sz="1600" kern="1200" spc="0" baseline="0">
                <a:solidFill>
                  <a:schemeClr val="tx1"/>
                </a:solidFill>
                <a:latin typeface="+mn-lt"/>
                <a:ea typeface="Meiryo UI" panose="020B0604030504040204" pitchFamily="34" charset="-128"/>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 sz="1800" dirty="0"/>
              <a:t>4 ème année Ingénierie Informatique et Réseaux</a:t>
            </a:r>
          </a:p>
        </p:txBody>
      </p:sp>
    </p:spTree>
    <p:extLst>
      <p:ext uri="{BB962C8B-B14F-4D97-AF65-F5344CB8AC3E}">
        <p14:creationId xmlns:p14="http://schemas.microsoft.com/office/powerpoint/2010/main" val="2582319626"/>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C2181D-911C-1343-7267-E35AC86CCA0E}"/>
              </a:ext>
            </a:extLst>
          </p:cNvPr>
          <p:cNvSpPr>
            <a:spLocks noGrp="1"/>
          </p:cNvSpPr>
          <p:nvPr>
            <p:ph type="title"/>
          </p:nvPr>
        </p:nvSpPr>
        <p:spPr>
          <a:xfrm>
            <a:off x="731520" y="731520"/>
            <a:ext cx="4937760" cy="4023360"/>
          </a:xfrm>
          <a:noFill/>
        </p:spPr>
        <p:txBody>
          <a:bodyPr lIns="0" tIns="0" rIns="0" bIns="0" rtlCol="0" anchor="ctr" anchorCtr="0">
            <a:noAutofit/>
          </a:bodyPr>
          <a:lstStyle/>
          <a:p>
            <a:pPr rtl="0"/>
            <a:r>
              <a:rPr lang="fr" dirty="0"/>
              <a:t>Sommaire</a:t>
            </a:r>
          </a:p>
        </p:txBody>
      </p:sp>
      <p:sp>
        <p:nvSpPr>
          <p:cNvPr id="3" name="Espace réservé du contenu 2">
            <a:extLst>
              <a:ext uri="{FF2B5EF4-FFF2-40B4-BE49-F238E27FC236}">
                <a16:creationId xmlns:a16="http://schemas.microsoft.com/office/drawing/2014/main" id="{9BEA8735-F1DC-1DE6-0A38-429B2F660F8A}"/>
              </a:ext>
            </a:extLst>
          </p:cNvPr>
          <p:cNvSpPr>
            <a:spLocks noGrp="1"/>
          </p:cNvSpPr>
          <p:nvPr>
            <p:ph idx="1"/>
          </p:nvPr>
        </p:nvSpPr>
        <p:spPr>
          <a:xfrm>
            <a:off x="6099048" y="731519"/>
            <a:ext cx="5303520" cy="5639783"/>
          </a:xfrm>
          <a:noFill/>
        </p:spPr>
        <p:txBody>
          <a:bodyPr lIns="0" tIns="0" rIns="0" bIns="0" rtlCol="0" anchor="ctr" anchorCtr="0">
            <a:normAutofit/>
          </a:bodyPr>
          <a:lstStyle/>
          <a:p>
            <a:r>
              <a:rPr lang="fr-FR" dirty="0"/>
              <a:t>Introduction </a:t>
            </a:r>
          </a:p>
          <a:p>
            <a:r>
              <a:rPr lang="fr-FR" dirty="0"/>
              <a:t>Problématique</a:t>
            </a:r>
          </a:p>
          <a:p>
            <a:r>
              <a:rPr lang="fr-FR" dirty="0"/>
              <a:t>Solution </a:t>
            </a:r>
          </a:p>
          <a:p>
            <a:r>
              <a:rPr lang="fr-FR" dirty="0"/>
              <a:t>Fonctionnalités principales </a:t>
            </a:r>
          </a:p>
          <a:p>
            <a:r>
              <a:rPr lang="fr-FR" dirty="0"/>
              <a:t>Modélisations et conception </a:t>
            </a:r>
          </a:p>
          <a:p>
            <a:r>
              <a:rPr lang="fr-FR" dirty="0"/>
              <a:t>Environnement Technologique</a:t>
            </a:r>
          </a:p>
          <a:p>
            <a:r>
              <a:rPr lang="fr-FR" dirty="0"/>
              <a:t>Démonstration </a:t>
            </a:r>
          </a:p>
          <a:p>
            <a:r>
              <a:rPr lang="fr-FR" dirty="0"/>
              <a:t>Perspectives </a:t>
            </a:r>
          </a:p>
          <a:p>
            <a:r>
              <a:rPr lang="fr-FR" dirty="0"/>
              <a:t>Conclusion</a:t>
            </a:r>
            <a:endParaRPr lang="fr" dirty="0"/>
          </a:p>
        </p:txBody>
      </p:sp>
    </p:spTree>
    <p:extLst>
      <p:ext uri="{BB962C8B-B14F-4D97-AF65-F5344CB8AC3E}">
        <p14:creationId xmlns:p14="http://schemas.microsoft.com/office/powerpoint/2010/main" val="4169552892"/>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F463CB3-2956-E8D2-C23D-A3BAA7295DEC}"/>
              </a:ext>
            </a:extLst>
          </p:cNvPr>
          <p:cNvSpPr>
            <a:spLocks noGrp="1"/>
          </p:cNvSpPr>
          <p:nvPr>
            <p:ph type="ctrTitle"/>
          </p:nvPr>
        </p:nvSpPr>
        <p:spPr>
          <a:xfrm>
            <a:off x="5029200" y="304314"/>
            <a:ext cx="6400800" cy="1691640"/>
          </a:xfrm>
          <a:noFill/>
        </p:spPr>
        <p:txBody>
          <a:bodyPr lIns="0" tIns="0" rIns="0" bIns="0" rtlCol="0">
            <a:noAutofit/>
          </a:bodyPr>
          <a:lstStyle/>
          <a:p>
            <a:pPr rtl="0"/>
            <a:r>
              <a:rPr lang="fr" dirty="0"/>
              <a:t>introduction</a:t>
            </a:r>
          </a:p>
        </p:txBody>
      </p:sp>
      <p:sp>
        <p:nvSpPr>
          <p:cNvPr id="3" name="Sous-titre 2">
            <a:extLst>
              <a:ext uri="{FF2B5EF4-FFF2-40B4-BE49-F238E27FC236}">
                <a16:creationId xmlns:a16="http://schemas.microsoft.com/office/drawing/2014/main" id="{FEECEBD4-35BF-26BB-D438-DA43EBD5EE89}"/>
              </a:ext>
            </a:extLst>
          </p:cNvPr>
          <p:cNvSpPr>
            <a:spLocks noGrp="1"/>
          </p:cNvSpPr>
          <p:nvPr>
            <p:ph type="subTitle" idx="1"/>
          </p:nvPr>
        </p:nvSpPr>
        <p:spPr>
          <a:xfrm>
            <a:off x="5029200" y="2854272"/>
            <a:ext cx="6700684" cy="2720586"/>
          </a:xfrm>
          <a:noFill/>
        </p:spPr>
        <p:txBody>
          <a:bodyPr lIns="0" tIns="0" rIns="0" bIns="0" rtlCol="0">
            <a:noAutofit/>
          </a:bodyPr>
          <a:lstStyle/>
          <a:p>
            <a:r>
              <a:rPr lang="fr-FR" sz="1800" dirty="0" err="1"/>
              <a:t>GraphImmo</a:t>
            </a:r>
            <a:r>
              <a:rPr lang="fr-FR" sz="1800" dirty="0"/>
              <a:t> est une plateforme web de recommandation immobilière conçue pour le marché marocain, notamment dans les grandes villes comme Casablanca, Rabat et Tanger. Développée avec FastAPI, GraphQL </a:t>
            </a:r>
            <a:r>
              <a:rPr lang="fr-FR" sz="1800" dirty="0" err="1"/>
              <a:t>Strawberry</a:t>
            </a:r>
            <a:r>
              <a:rPr lang="fr-FR" sz="1800" dirty="0"/>
              <a:t>, </a:t>
            </a:r>
            <a:r>
              <a:rPr lang="fr-FR" sz="1800" dirty="0" err="1"/>
              <a:t>React</a:t>
            </a:r>
            <a:r>
              <a:rPr lang="fr-FR" sz="1800" dirty="0"/>
              <a:t> (</a:t>
            </a:r>
            <a:r>
              <a:rPr lang="fr-FR" sz="1800" dirty="0" err="1"/>
              <a:t>TypeScript</a:t>
            </a:r>
            <a:r>
              <a:rPr lang="fr-FR" sz="1800" dirty="0"/>
              <a:t>) et Neo4j, elle met à profit les technologies graphes pour modéliser les liens complexes entre biens, utilisateurs et agences. Ce projet vise à offrir des recommandations intelligentes et personnalisées, grâce à une architecture riche comportant 9 nœuds principaux et 13 types de relations.</a:t>
            </a:r>
            <a:endParaRPr lang="fr" sz="1800" dirty="0"/>
          </a:p>
        </p:txBody>
      </p:sp>
      <p:pic>
        <p:nvPicPr>
          <p:cNvPr id="4" name="Image 3">
            <a:extLst>
              <a:ext uri="{FF2B5EF4-FFF2-40B4-BE49-F238E27FC236}">
                <a16:creationId xmlns:a16="http://schemas.microsoft.com/office/drawing/2014/main" id="{ADD03BCD-EE3B-0998-CD50-D6E64314B9B6}"/>
              </a:ext>
            </a:extLst>
          </p:cNvPr>
          <p:cNvPicPr>
            <a:picLocks noChangeAspect="1"/>
          </p:cNvPicPr>
          <p:nvPr/>
        </p:nvPicPr>
        <p:blipFill>
          <a:blip r:embed="rId2"/>
          <a:stretch>
            <a:fillRect/>
          </a:stretch>
        </p:blipFill>
        <p:spPr>
          <a:xfrm>
            <a:off x="614516" y="2247163"/>
            <a:ext cx="3789414" cy="2755937"/>
          </a:xfrm>
          <a:prstGeom prst="rect">
            <a:avLst/>
          </a:prstGeom>
        </p:spPr>
      </p:pic>
    </p:spTree>
    <p:extLst>
      <p:ext uri="{BB962C8B-B14F-4D97-AF65-F5344CB8AC3E}">
        <p14:creationId xmlns:p14="http://schemas.microsoft.com/office/powerpoint/2010/main" val="435195399"/>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635F5E3-2B1C-7C0A-8581-67A9052D13AA}"/>
              </a:ext>
            </a:extLst>
          </p:cNvPr>
          <p:cNvSpPr>
            <a:spLocks noGrp="1"/>
          </p:cNvSpPr>
          <p:nvPr>
            <p:ph type="title"/>
          </p:nvPr>
        </p:nvSpPr>
        <p:spPr>
          <a:xfrm>
            <a:off x="731520" y="2203704"/>
            <a:ext cx="4937760" cy="4023360"/>
          </a:xfrm>
          <a:noFill/>
        </p:spPr>
        <p:txBody>
          <a:bodyPr lIns="0" tIns="0" rIns="0" bIns="0" rtlCol="0">
            <a:noAutofit/>
          </a:bodyPr>
          <a:lstStyle/>
          <a:p>
            <a:pPr rtl="0"/>
            <a:r>
              <a:rPr lang="fr" dirty="0"/>
              <a:t>Problématique</a:t>
            </a:r>
          </a:p>
        </p:txBody>
      </p:sp>
      <p:sp>
        <p:nvSpPr>
          <p:cNvPr id="3" name="Espace réservé du contenu 2">
            <a:extLst>
              <a:ext uri="{FF2B5EF4-FFF2-40B4-BE49-F238E27FC236}">
                <a16:creationId xmlns:a16="http://schemas.microsoft.com/office/drawing/2014/main" id="{A6A33159-D030-2F82-A142-F75940728319}"/>
              </a:ext>
            </a:extLst>
          </p:cNvPr>
          <p:cNvSpPr>
            <a:spLocks noGrp="1"/>
          </p:cNvSpPr>
          <p:nvPr>
            <p:ph idx="1"/>
          </p:nvPr>
        </p:nvSpPr>
        <p:spPr>
          <a:xfrm>
            <a:off x="6099048" y="1396181"/>
            <a:ext cx="5303520" cy="4830883"/>
          </a:xfrm>
          <a:noFill/>
        </p:spPr>
        <p:txBody>
          <a:bodyPr lIns="0" tIns="0" rIns="0" bIns="0" rtlCol="0">
            <a:normAutofit/>
          </a:bodyPr>
          <a:lstStyle/>
          <a:p>
            <a:r>
              <a:rPr lang="fr-FR" dirty="0"/>
              <a:t>Systèmes immobiliers traditionnels : bases relationnelles limitées</a:t>
            </a:r>
          </a:p>
          <a:p>
            <a:r>
              <a:rPr lang="fr-FR" dirty="0"/>
              <a:t>Recommandations peu pertinentes, pas de contextualisation géographique</a:t>
            </a:r>
          </a:p>
          <a:p>
            <a:r>
              <a:rPr lang="fr-FR" dirty="0"/>
              <a:t>Performance dégradée avec croissance des données</a:t>
            </a:r>
          </a:p>
          <a:p>
            <a:r>
              <a:rPr lang="fr-FR" dirty="0"/>
              <a:t>Calculs de distance géographique très coûteux en SQL</a:t>
            </a:r>
          </a:p>
          <a:p>
            <a:r>
              <a:rPr lang="fr-FR" dirty="0"/>
              <a:t>Absence d'algorithmes avancés (PageRank, similarité)</a:t>
            </a:r>
          </a:p>
          <a:p>
            <a:r>
              <a:rPr lang="fr-FR" dirty="0"/>
              <a:t>Systèmes monolithiques difficiles à conteneuriser (Docker)</a:t>
            </a:r>
          </a:p>
          <a:p>
            <a:endParaRPr lang="fr-FR" dirty="0"/>
          </a:p>
        </p:txBody>
      </p:sp>
    </p:spTree>
    <p:extLst>
      <p:ext uri="{BB962C8B-B14F-4D97-AF65-F5344CB8AC3E}">
        <p14:creationId xmlns:p14="http://schemas.microsoft.com/office/powerpoint/2010/main" val="3666674671"/>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9E1AB3B5-947D-2C60-0AB5-0A2AB9F6BE48}"/>
              </a:ext>
            </a:extLst>
          </p:cNvPr>
          <p:cNvSpPr>
            <a:spLocks noGrp="1"/>
          </p:cNvSpPr>
          <p:nvPr>
            <p:ph type="ctrTitle"/>
          </p:nvPr>
        </p:nvSpPr>
        <p:spPr>
          <a:xfrm>
            <a:off x="2984090" y="638605"/>
            <a:ext cx="6400800" cy="1523017"/>
          </a:xfrm>
        </p:spPr>
        <p:txBody>
          <a:bodyPr rtlCol="0"/>
          <a:lstStyle/>
          <a:p>
            <a:pPr rtl="0"/>
            <a:r>
              <a:rPr lang="fr" dirty="0"/>
              <a:t>Solution proposée</a:t>
            </a:r>
          </a:p>
        </p:txBody>
      </p:sp>
      <p:sp>
        <p:nvSpPr>
          <p:cNvPr id="4" name="Espace réservé au contenu 3">
            <a:extLst>
              <a:ext uri="{FF2B5EF4-FFF2-40B4-BE49-F238E27FC236}">
                <a16:creationId xmlns:a16="http://schemas.microsoft.com/office/drawing/2014/main" id="{EE29B928-4F72-F3C1-12C2-E28EA7794684}"/>
              </a:ext>
            </a:extLst>
          </p:cNvPr>
          <p:cNvSpPr>
            <a:spLocks noGrp="1"/>
          </p:cNvSpPr>
          <p:nvPr>
            <p:ph idx="1"/>
          </p:nvPr>
        </p:nvSpPr>
        <p:spPr>
          <a:xfrm>
            <a:off x="731521" y="2394647"/>
            <a:ext cx="5069512" cy="3810492"/>
          </a:xfrm>
        </p:spPr>
        <p:txBody>
          <a:bodyPr rtlCol="0">
            <a:normAutofit/>
          </a:bodyPr>
          <a:lstStyle/>
          <a:p>
            <a:r>
              <a:rPr lang="fr-FR" i="1" dirty="0"/>
              <a:t>Pour pallier les limitations des architectures traditionnelles, </a:t>
            </a:r>
            <a:r>
              <a:rPr lang="fr-FR" i="1" dirty="0" err="1"/>
              <a:t>GraphImmo</a:t>
            </a:r>
            <a:r>
              <a:rPr lang="fr-FR" i="1" dirty="0"/>
              <a:t> propose une solution complètement revisitée autour des graphes. </a:t>
            </a:r>
          </a:p>
          <a:p>
            <a:r>
              <a:rPr lang="fr-FR" i="1" dirty="0"/>
              <a:t>Le backend repose sur FastAPI, offrant des performances exceptionnelles et une gestion optimale des requêtes concurrentes. Les APIs GraphQL </a:t>
            </a:r>
            <a:r>
              <a:rPr lang="fr-FR" i="1" dirty="0" err="1"/>
              <a:t>Strawberry</a:t>
            </a:r>
            <a:r>
              <a:rPr lang="fr-FR" i="1" dirty="0"/>
              <a:t> éliminent le problème du over-</a:t>
            </a:r>
            <a:r>
              <a:rPr lang="fr-FR" i="1" dirty="0" err="1"/>
              <a:t>fetching</a:t>
            </a:r>
            <a:r>
              <a:rPr lang="fr-FR" i="1" dirty="0"/>
              <a:t>/</a:t>
            </a:r>
            <a:r>
              <a:rPr lang="fr-FR" i="1" dirty="0" err="1"/>
              <a:t>under-fetching</a:t>
            </a:r>
            <a:r>
              <a:rPr lang="fr-FR" i="1" dirty="0"/>
              <a:t> des REST APIs. </a:t>
            </a:r>
          </a:p>
        </p:txBody>
      </p:sp>
      <p:sp>
        <p:nvSpPr>
          <p:cNvPr id="5" name="Espace réservé au contenu 3">
            <a:extLst>
              <a:ext uri="{FF2B5EF4-FFF2-40B4-BE49-F238E27FC236}">
                <a16:creationId xmlns:a16="http://schemas.microsoft.com/office/drawing/2014/main" id="{CA3FE6BC-75B0-5648-9325-1EEA52AC22F1}"/>
              </a:ext>
            </a:extLst>
          </p:cNvPr>
          <p:cNvSpPr txBox="1">
            <a:spLocks/>
          </p:cNvSpPr>
          <p:nvPr/>
        </p:nvSpPr>
        <p:spPr>
          <a:xfrm>
            <a:off x="6184490" y="2315989"/>
            <a:ext cx="5358582" cy="3736013"/>
          </a:xfrm>
          <a:prstGeom prst="rect">
            <a:avLst/>
          </a:prstGeom>
        </p:spPr>
        <p:txBody>
          <a:bodyPr vert="horz" lIns="91440" tIns="45720" rIns="91440" bIns="45720" rtlCol="0" anchor="t" anchorCtr="0">
            <a:normAutofit/>
          </a:bodyPr>
          <a:lstStyle>
            <a:lvl1pPr marL="457200" indent="-457200" algn="l" defTabSz="914400" rtl="0" eaLnBrk="1" latinLnBrk="0" hangingPunct="1">
              <a:lnSpc>
                <a:spcPct val="100000"/>
              </a:lnSpc>
              <a:spcBef>
                <a:spcPts val="1500"/>
              </a:spcBef>
              <a:buClr>
                <a:schemeClr val="accent1"/>
              </a:buClr>
              <a:buSzPct val="90000"/>
              <a:buFont typeface="Arial" panose="020B0604020202020204" pitchFamily="34" charset="0"/>
              <a:buChar char="•"/>
              <a:defRPr sz="1800" kern="1200" spc="0" baseline="0">
                <a:solidFill>
                  <a:schemeClr val="tx1"/>
                </a:solidFill>
                <a:latin typeface="+mn-lt"/>
                <a:ea typeface="Meiryo UI" panose="020B0604030504040204" pitchFamily="34" charset="-128"/>
                <a:cs typeface="+mn-cs"/>
              </a:defRPr>
            </a:lvl1pPr>
            <a:lvl2pPr marL="914400" indent="-228600" algn="l" defTabSz="914400" rtl="0" eaLnBrk="1" latinLnBrk="0" hangingPunct="1">
              <a:lnSpc>
                <a:spcPct val="100000"/>
              </a:lnSpc>
              <a:spcBef>
                <a:spcPts val="1500"/>
              </a:spcBef>
              <a:buClr>
                <a:schemeClr val="accent1"/>
              </a:buClr>
              <a:buSzPct val="90000"/>
              <a:buFont typeface="Arial" panose="020B0604020202020204" pitchFamily="34" charset="0"/>
              <a:buChar char="•"/>
              <a:defRPr sz="1600" kern="1200" spc="0" baseline="0">
                <a:solidFill>
                  <a:schemeClr val="tx1"/>
                </a:solidFill>
                <a:latin typeface="+mn-lt"/>
                <a:ea typeface="Meiryo UI" panose="020B0604030504040204" pitchFamily="34" charset="-128"/>
                <a:cs typeface="+mn-cs"/>
              </a:defRPr>
            </a:lvl2pPr>
            <a:lvl3pPr marL="1371600" indent="-228600" algn="l" defTabSz="914400" rtl="0" eaLnBrk="1" latinLnBrk="0" hangingPunct="1">
              <a:lnSpc>
                <a:spcPct val="100000"/>
              </a:lnSpc>
              <a:spcBef>
                <a:spcPts val="1500"/>
              </a:spcBef>
              <a:buClr>
                <a:schemeClr val="accent1"/>
              </a:buClr>
              <a:buSzPct val="90000"/>
              <a:buFont typeface="Arial" panose="020B0604020202020204" pitchFamily="34" charset="0"/>
              <a:buChar char="•"/>
              <a:defRPr sz="1600" kern="1200" spc="0" baseline="0">
                <a:solidFill>
                  <a:schemeClr val="tx1"/>
                </a:solidFill>
                <a:latin typeface="+mn-lt"/>
                <a:ea typeface="Meiryo UI" panose="020B0604030504040204" pitchFamily="34" charset="-128"/>
                <a:cs typeface="+mn-cs"/>
              </a:defRPr>
            </a:lvl3pPr>
            <a:lvl4pPr marL="1828800" indent="-228600" algn="l" defTabSz="914400" rtl="0" eaLnBrk="1" latinLnBrk="0" hangingPunct="1">
              <a:lnSpc>
                <a:spcPct val="100000"/>
              </a:lnSpc>
              <a:spcBef>
                <a:spcPts val="1500"/>
              </a:spcBef>
              <a:buClr>
                <a:schemeClr val="accent1"/>
              </a:buClr>
              <a:buSzPct val="90000"/>
              <a:buFont typeface="Arial" panose="020B0604020202020204" pitchFamily="34" charset="0"/>
              <a:buChar char="•"/>
              <a:defRPr sz="1600" kern="1200" spc="0" baseline="0">
                <a:solidFill>
                  <a:schemeClr val="tx1"/>
                </a:solidFill>
                <a:latin typeface="+mn-lt"/>
                <a:ea typeface="Meiryo UI" panose="020B0604030504040204" pitchFamily="34" charset="-128"/>
                <a:cs typeface="+mn-cs"/>
              </a:defRPr>
            </a:lvl4pPr>
            <a:lvl5pPr marL="2286000" indent="-228600" algn="l" defTabSz="914400" rtl="0" eaLnBrk="1" latinLnBrk="0" hangingPunct="1">
              <a:lnSpc>
                <a:spcPct val="100000"/>
              </a:lnSpc>
              <a:spcBef>
                <a:spcPts val="1500"/>
              </a:spcBef>
              <a:buClr>
                <a:schemeClr val="accent1"/>
              </a:buClr>
              <a:buSzPct val="90000"/>
              <a:buFont typeface="Arial" panose="020B0604020202020204" pitchFamily="34" charset="0"/>
              <a:buChar char="•"/>
              <a:defRPr sz="1600" kern="1200" spc="0" baseline="0">
                <a:solidFill>
                  <a:schemeClr val="tx1"/>
                </a:solidFill>
                <a:latin typeface="+mn-lt"/>
                <a:ea typeface="Meiryo UI" panose="020B0604030504040204"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i="1" dirty="0"/>
              <a:t>Le frontend </a:t>
            </a:r>
            <a:r>
              <a:rPr lang="fr-FR" i="1" dirty="0" err="1"/>
              <a:t>React</a:t>
            </a:r>
            <a:r>
              <a:rPr lang="fr-FR" i="1" dirty="0"/>
              <a:t> + </a:t>
            </a:r>
            <a:r>
              <a:rPr lang="fr-FR" i="1" dirty="0" err="1"/>
              <a:t>TypeScript</a:t>
            </a:r>
            <a:r>
              <a:rPr lang="fr-FR" i="1" dirty="0"/>
              <a:t> offre une expérience fluide grâce à Apollo Client et Leaflet. Cette architecture repose sur validation stricte (</a:t>
            </a:r>
            <a:r>
              <a:rPr lang="fr-FR" i="1" dirty="0" err="1"/>
              <a:t>Pydantic</a:t>
            </a:r>
            <a:r>
              <a:rPr lang="fr-FR" i="1" dirty="0"/>
              <a:t>), sécurité renforcée (JWT + CORS), et optimisation garantissant des temps de réponse &lt; 2s.</a:t>
            </a:r>
          </a:p>
          <a:p>
            <a:r>
              <a:rPr lang="fr-FR" i="1" dirty="0"/>
              <a:t>Neo4j remplace les bases relationnelles pour modéliser nativement les relations complexes du real </a:t>
            </a:r>
            <a:r>
              <a:rPr lang="fr-FR" i="1" dirty="0" err="1"/>
              <a:t>estate</a:t>
            </a:r>
            <a:r>
              <a:rPr lang="fr-FR" i="1" dirty="0"/>
              <a:t> : similarités d'équipements, proximités géographiques, historiques utilisateurs. </a:t>
            </a:r>
          </a:p>
          <a:p>
            <a:endParaRPr lang="en-US" dirty="0"/>
          </a:p>
        </p:txBody>
      </p:sp>
      <p:pic>
        <p:nvPicPr>
          <p:cNvPr id="2050" name="Picture 2" descr="Symbole de la solution, icône lampe, : image vectorielle de stock (libre de  droits) 1302094657 | Shutterstock">
            <a:extLst>
              <a:ext uri="{FF2B5EF4-FFF2-40B4-BE49-F238E27FC236}">
                <a16:creationId xmlns:a16="http://schemas.microsoft.com/office/drawing/2014/main" id="{AF17E74B-EEEF-7EF2-E717-D888061889F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8986"/>
          <a:stretch>
            <a:fillRect/>
          </a:stretch>
        </p:blipFill>
        <p:spPr bwMode="auto">
          <a:xfrm>
            <a:off x="5610104" y="5603652"/>
            <a:ext cx="815553" cy="7993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6384624"/>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097BD-6FAB-3630-CCAE-1C8DBA81F513}"/>
            </a:ext>
          </a:extLst>
        </p:cNvPr>
        <p:cNvGrpSpPr/>
        <p:nvPr/>
      </p:nvGrpSpPr>
      <p:grpSpPr>
        <a:xfrm>
          <a:off x="0" y="0"/>
          <a:ext cx="0" cy="0"/>
          <a:chOff x="0" y="0"/>
          <a:chExt cx="0" cy="0"/>
        </a:xfrm>
      </p:grpSpPr>
      <p:sp>
        <p:nvSpPr>
          <p:cNvPr id="9" name="Titre 8">
            <a:extLst>
              <a:ext uri="{FF2B5EF4-FFF2-40B4-BE49-F238E27FC236}">
                <a16:creationId xmlns:a16="http://schemas.microsoft.com/office/drawing/2014/main" id="{9096BB89-BBD1-2DBE-07C6-9B7C7951E38F}"/>
              </a:ext>
            </a:extLst>
          </p:cNvPr>
          <p:cNvSpPr>
            <a:spLocks noGrp="1"/>
          </p:cNvSpPr>
          <p:nvPr>
            <p:ph type="ctrTitle"/>
          </p:nvPr>
        </p:nvSpPr>
        <p:spPr>
          <a:xfrm>
            <a:off x="2984090" y="638605"/>
            <a:ext cx="6400800" cy="1523017"/>
          </a:xfrm>
        </p:spPr>
        <p:txBody>
          <a:bodyPr rtlCol="0"/>
          <a:lstStyle/>
          <a:p>
            <a:r>
              <a:rPr lang="fr" dirty="0"/>
              <a:t>Fonctionnalités</a:t>
            </a:r>
          </a:p>
        </p:txBody>
      </p:sp>
      <p:sp>
        <p:nvSpPr>
          <p:cNvPr id="4" name="Espace réservé au contenu 3">
            <a:extLst>
              <a:ext uri="{FF2B5EF4-FFF2-40B4-BE49-F238E27FC236}">
                <a16:creationId xmlns:a16="http://schemas.microsoft.com/office/drawing/2014/main" id="{A1216E65-29D0-EC73-C50D-259C53D45BDA}"/>
              </a:ext>
            </a:extLst>
          </p:cNvPr>
          <p:cNvSpPr>
            <a:spLocks noGrp="1"/>
          </p:cNvSpPr>
          <p:nvPr>
            <p:ph idx="1"/>
          </p:nvPr>
        </p:nvSpPr>
        <p:spPr>
          <a:xfrm>
            <a:off x="731521" y="2394647"/>
            <a:ext cx="5069512" cy="3810492"/>
          </a:xfrm>
        </p:spPr>
        <p:txBody>
          <a:bodyPr rtlCol="0">
            <a:normAutofit/>
          </a:bodyPr>
          <a:lstStyle/>
          <a:p>
            <a:r>
              <a:rPr lang="fr-MA" dirty="0"/>
              <a:t>Recherche Anonyme : Localisation, filtres multicritères, tri avancé</a:t>
            </a:r>
          </a:p>
          <a:p>
            <a:r>
              <a:rPr lang="fr-MA" dirty="0"/>
              <a:t>Carte Interactive et filtrage : Leaflet avec clustering, </a:t>
            </a:r>
            <a:r>
              <a:rPr lang="fr-MA" dirty="0" err="1"/>
              <a:t>popups</a:t>
            </a:r>
            <a:r>
              <a:rPr lang="fr-MA" dirty="0"/>
              <a:t> détails</a:t>
            </a:r>
          </a:p>
          <a:p>
            <a:r>
              <a:rPr lang="fr-MA" dirty="0"/>
              <a:t>Comparaison : Jusqu'à 3 propriétés côte-à-côte</a:t>
            </a:r>
          </a:p>
          <a:p>
            <a:r>
              <a:rPr lang="fr-MA" dirty="0"/>
              <a:t>Recommandations intelligentes : Similarité équipements, proximité géo, PageRank</a:t>
            </a:r>
          </a:p>
          <a:p>
            <a:r>
              <a:rPr lang="fr-MA" dirty="0"/>
              <a:t>Propriétés détails : affichage des données des propriétés</a:t>
            </a:r>
            <a:endParaRPr lang="en-US" dirty="0"/>
          </a:p>
          <a:p>
            <a:endParaRPr lang="fr-FR" i="1" dirty="0"/>
          </a:p>
        </p:txBody>
      </p:sp>
      <p:sp>
        <p:nvSpPr>
          <p:cNvPr id="5" name="Espace réservé au contenu 3">
            <a:extLst>
              <a:ext uri="{FF2B5EF4-FFF2-40B4-BE49-F238E27FC236}">
                <a16:creationId xmlns:a16="http://schemas.microsoft.com/office/drawing/2014/main" id="{7A1A56E4-4268-AA20-2172-37C958B7D64D}"/>
              </a:ext>
            </a:extLst>
          </p:cNvPr>
          <p:cNvSpPr txBox="1">
            <a:spLocks/>
          </p:cNvSpPr>
          <p:nvPr/>
        </p:nvSpPr>
        <p:spPr>
          <a:xfrm>
            <a:off x="6184490" y="2394647"/>
            <a:ext cx="5358582" cy="3736013"/>
          </a:xfrm>
          <a:prstGeom prst="rect">
            <a:avLst/>
          </a:prstGeom>
        </p:spPr>
        <p:txBody>
          <a:bodyPr vert="horz" lIns="91440" tIns="45720" rIns="91440" bIns="45720" rtlCol="0" anchor="t" anchorCtr="0">
            <a:normAutofit lnSpcReduction="10000"/>
          </a:bodyPr>
          <a:lstStyle>
            <a:lvl1pPr marL="457200" indent="-457200" algn="l" defTabSz="914400" rtl="0" eaLnBrk="1" latinLnBrk="0" hangingPunct="1">
              <a:lnSpc>
                <a:spcPct val="100000"/>
              </a:lnSpc>
              <a:spcBef>
                <a:spcPts val="1500"/>
              </a:spcBef>
              <a:buClr>
                <a:schemeClr val="accent1"/>
              </a:buClr>
              <a:buSzPct val="90000"/>
              <a:buFont typeface="Arial" panose="020B0604020202020204" pitchFamily="34" charset="0"/>
              <a:buChar char="•"/>
              <a:defRPr sz="1800" kern="1200" spc="0" baseline="0">
                <a:solidFill>
                  <a:schemeClr val="tx1"/>
                </a:solidFill>
                <a:latin typeface="+mn-lt"/>
                <a:ea typeface="Meiryo UI" panose="020B0604030504040204" pitchFamily="34" charset="-128"/>
                <a:cs typeface="+mn-cs"/>
              </a:defRPr>
            </a:lvl1pPr>
            <a:lvl2pPr marL="914400" indent="-228600" algn="l" defTabSz="914400" rtl="0" eaLnBrk="1" latinLnBrk="0" hangingPunct="1">
              <a:lnSpc>
                <a:spcPct val="100000"/>
              </a:lnSpc>
              <a:spcBef>
                <a:spcPts val="1500"/>
              </a:spcBef>
              <a:buClr>
                <a:schemeClr val="accent1"/>
              </a:buClr>
              <a:buSzPct val="90000"/>
              <a:buFont typeface="Arial" panose="020B0604020202020204" pitchFamily="34" charset="0"/>
              <a:buChar char="•"/>
              <a:defRPr sz="1600" kern="1200" spc="0" baseline="0">
                <a:solidFill>
                  <a:schemeClr val="tx1"/>
                </a:solidFill>
                <a:latin typeface="+mn-lt"/>
                <a:ea typeface="Meiryo UI" panose="020B0604030504040204" pitchFamily="34" charset="-128"/>
                <a:cs typeface="+mn-cs"/>
              </a:defRPr>
            </a:lvl2pPr>
            <a:lvl3pPr marL="1371600" indent="-228600" algn="l" defTabSz="914400" rtl="0" eaLnBrk="1" latinLnBrk="0" hangingPunct="1">
              <a:lnSpc>
                <a:spcPct val="100000"/>
              </a:lnSpc>
              <a:spcBef>
                <a:spcPts val="1500"/>
              </a:spcBef>
              <a:buClr>
                <a:schemeClr val="accent1"/>
              </a:buClr>
              <a:buSzPct val="90000"/>
              <a:buFont typeface="Arial" panose="020B0604020202020204" pitchFamily="34" charset="0"/>
              <a:buChar char="•"/>
              <a:defRPr sz="1600" kern="1200" spc="0" baseline="0">
                <a:solidFill>
                  <a:schemeClr val="tx1"/>
                </a:solidFill>
                <a:latin typeface="+mn-lt"/>
                <a:ea typeface="Meiryo UI" panose="020B0604030504040204" pitchFamily="34" charset="-128"/>
                <a:cs typeface="+mn-cs"/>
              </a:defRPr>
            </a:lvl3pPr>
            <a:lvl4pPr marL="1828800" indent="-228600" algn="l" defTabSz="914400" rtl="0" eaLnBrk="1" latinLnBrk="0" hangingPunct="1">
              <a:lnSpc>
                <a:spcPct val="100000"/>
              </a:lnSpc>
              <a:spcBef>
                <a:spcPts val="1500"/>
              </a:spcBef>
              <a:buClr>
                <a:schemeClr val="accent1"/>
              </a:buClr>
              <a:buSzPct val="90000"/>
              <a:buFont typeface="Arial" panose="020B0604020202020204" pitchFamily="34" charset="0"/>
              <a:buChar char="•"/>
              <a:defRPr sz="1600" kern="1200" spc="0" baseline="0">
                <a:solidFill>
                  <a:schemeClr val="tx1"/>
                </a:solidFill>
                <a:latin typeface="+mn-lt"/>
                <a:ea typeface="Meiryo UI" panose="020B0604030504040204" pitchFamily="34" charset="-128"/>
                <a:cs typeface="+mn-cs"/>
              </a:defRPr>
            </a:lvl4pPr>
            <a:lvl5pPr marL="2286000" indent="-228600" algn="l" defTabSz="914400" rtl="0" eaLnBrk="1" latinLnBrk="0" hangingPunct="1">
              <a:lnSpc>
                <a:spcPct val="100000"/>
              </a:lnSpc>
              <a:spcBef>
                <a:spcPts val="1500"/>
              </a:spcBef>
              <a:buClr>
                <a:schemeClr val="accent1"/>
              </a:buClr>
              <a:buSzPct val="90000"/>
              <a:buFont typeface="Arial" panose="020B0604020202020204" pitchFamily="34" charset="0"/>
              <a:buChar char="•"/>
              <a:defRPr sz="1600" kern="1200" spc="0" baseline="0">
                <a:solidFill>
                  <a:schemeClr val="tx1"/>
                </a:solidFill>
                <a:latin typeface="+mn-lt"/>
                <a:ea typeface="Meiryo UI" panose="020B0604030504040204"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dirty="0"/>
              <a:t>Gestion Favoris : Ajouter/retirer favorites avec notes</a:t>
            </a:r>
          </a:p>
          <a:p>
            <a:r>
              <a:rPr lang="fr-FR" dirty="0"/>
              <a:t>Demandes de Visite : Suivi statut + notifications bidirectionnelles</a:t>
            </a:r>
          </a:p>
          <a:p>
            <a:r>
              <a:rPr lang="fr-FR" dirty="0"/>
              <a:t>Dashboard Analytics Agents : Statistiques marché, performance par bien, gestion des demandes visite</a:t>
            </a:r>
          </a:p>
          <a:p>
            <a:r>
              <a:rPr lang="fr-FR" dirty="0"/>
              <a:t>Authentification JWT : Rôles acheteur/agent, profil personnalisé</a:t>
            </a:r>
          </a:p>
          <a:p>
            <a:r>
              <a:rPr lang="fr-FR" dirty="0"/>
              <a:t>Dashboard acheteur : Consultation d'historique de visites et des favoris</a:t>
            </a:r>
            <a:endParaRPr lang="en-US" dirty="0"/>
          </a:p>
          <a:p>
            <a:endParaRPr lang="en-US" dirty="0"/>
          </a:p>
        </p:txBody>
      </p:sp>
    </p:spTree>
    <p:extLst>
      <p:ext uri="{BB962C8B-B14F-4D97-AF65-F5344CB8AC3E}">
        <p14:creationId xmlns:p14="http://schemas.microsoft.com/office/powerpoint/2010/main" val="3059188321"/>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93C48-25FA-9E98-6C22-8E098AB1F297}"/>
            </a:ext>
          </a:extLst>
        </p:cNvPr>
        <p:cNvGrpSpPr/>
        <p:nvPr/>
      </p:nvGrpSpPr>
      <p:grpSpPr>
        <a:xfrm>
          <a:off x="0" y="0"/>
          <a:ext cx="0" cy="0"/>
          <a:chOff x="0" y="0"/>
          <a:chExt cx="0" cy="0"/>
        </a:xfrm>
      </p:grpSpPr>
      <p:pic>
        <p:nvPicPr>
          <p:cNvPr id="7" name="Image 6" descr="Une image contenant texte, cercle, écriture manuscrite, capture d’écran&#10;&#10;Le contenu généré par l’IA peut être incorrect.">
            <a:extLst>
              <a:ext uri="{FF2B5EF4-FFF2-40B4-BE49-F238E27FC236}">
                <a16:creationId xmlns:a16="http://schemas.microsoft.com/office/drawing/2014/main" id="{9479EC44-CD07-0D1A-3817-464A9771D6BC}"/>
              </a:ext>
            </a:extLst>
          </p:cNvPr>
          <p:cNvPicPr>
            <a:picLocks noChangeAspect="1"/>
          </p:cNvPicPr>
          <p:nvPr/>
        </p:nvPicPr>
        <p:blipFill>
          <a:blip r:embed="rId2"/>
          <a:stretch>
            <a:fillRect/>
          </a:stretch>
        </p:blipFill>
        <p:spPr>
          <a:xfrm>
            <a:off x="1643360" y="399623"/>
            <a:ext cx="8905280" cy="6058753"/>
          </a:xfrm>
          <a:prstGeom prst="rect">
            <a:avLst/>
          </a:prstGeom>
        </p:spPr>
      </p:pic>
    </p:spTree>
    <p:extLst>
      <p:ext uri="{BB962C8B-B14F-4D97-AF65-F5344CB8AC3E}">
        <p14:creationId xmlns:p14="http://schemas.microsoft.com/office/powerpoint/2010/main" val="1335660"/>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C85002-3C21-0388-F937-D56198BF4230}"/>
            </a:ext>
          </a:extLst>
        </p:cNvPr>
        <p:cNvGrpSpPr/>
        <p:nvPr/>
      </p:nvGrpSpPr>
      <p:grpSpPr>
        <a:xfrm>
          <a:off x="0" y="0"/>
          <a:ext cx="0" cy="0"/>
          <a:chOff x="0" y="0"/>
          <a:chExt cx="0" cy="0"/>
        </a:xfrm>
      </p:grpSpPr>
      <p:pic>
        <p:nvPicPr>
          <p:cNvPr id="3" name="Image 2" descr="Une image contenant texte, capture d’écran, diagramme, Police&#10;&#10;Le contenu généré par l’IA peut être incorrect.">
            <a:extLst>
              <a:ext uri="{FF2B5EF4-FFF2-40B4-BE49-F238E27FC236}">
                <a16:creationId xmlns:a16="http://schemas.microsoft.com/office/drawing/2014/main" id="{06D9C1A6-02B8-B4BF-400F-F304D2DB3370}"/>
              </a:ext>
            </a:extLst>
          </p:cNvPr>
          <p:cNvPicPr>
            <a:picLocks noChangeAspect="1"/>
          </p:cNvPicPr>
          <p:nvPr/>
        </p:nvPicPr>
        <p:blipFill>
          <a:blip r:embed="rId2"/>
          <a:stretch>
            <a:fillRect/>
          </a:stretch>
        </p:blipFill>
        <p:spPr>
          <a:xfrm>
            <a:off x="559764" y="535884"/>
            <a:ext cx="3623519" cy="5673187"/>
          </a:xfrm>
          <a:prstGeom prst="rect">
            <a:avLst/>
          </a:prstGeom>
        </p:spPr>
      </p:pic>
      <p:pic>
        <p:nvPicPr>
          <p:cNvPr id="4" name="Image 3" descr="Une image contenant texte, capture d’écran, Police, nombre&#10;&#10;Le contenu généré par l’IA peut être incorrect.">
            <a:extLst>
              <a:ext uri="{FF2B5EF4-FFF2-40B4-BE49-F238E27FC236}">
                <a16:creationId xmlns:a16="http://schemas.microsoft.com/office/drawing/2014/main" id="{24319E52-83C9-DB77-455A-F973E7EC1EA3}"/>
              </a:ext>
            </a:extLst>
          </p:cNvPr>
          <p:cNvPicPr>
            <a:picLocks noChangeAspect="1"/>
          </p:cNvPicPr>
          <p:nvPr/>
        </p:nvPicPr>
        <p:blipFill>
          <a:blip r:embed="rId3"/>
          <a:stretch>
            <a:fillRect/>
          </a:stretch>
        </p:blipFill>
        <p:spPr>
          <a:xfrm>
            <a:off x="4487869" y="972760"/>
            <a:ext cx="7144367" cy="4912480"/>
          </a:xfrm>
          <a:prstGeom prst="rect">
            <a:avLst/>
          </a:prstGeom>
        </p:spPr>
      </p:pic>
    </p:spTree>
    <p:extLst>
      <p:ext uri="{BB962C8B-B14F-4D97-AF65-F5344CB8AC3E}">
        <p14:creationId xmlns:p14="http://schemas.microsoft.com/office/powerpoint/2010/main" val="1433408781"/>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9E63B-FD3C-3755-DC9A-8D449BC2BB6D}"/>
            </a:ext>
          </a:extLst>
        </p:cNvPr>
        <p:cNvGrpSpPr/>
        <p:nvPr/>
      </p:nvGrpSpPr>
      <p:grpSpPr>
        <a:xfrm>
          <a:off x="0" y="0"/>
          <a:ext cx="0" cy="0"/>
          <a:chOff x="0" y="0"/>
          <a:chExt cx="0" cy="0"/>
        </a:xfrm>
      </p:grpSpPr>
      <p:pic>
        <p:nvPicPr>
          <p:cNvPr id="5" name="Image 4" descr="Une image contenant texte, diagramme, Dessin technique, Plan&#10;&#10;Le contenu généré par l’IA peut être incorrect.">
            <a:extLst>
              <a:ext uri="{FF2B5EF4-FFF2-40B4-BE49-F238E27FC236}">
                <a16:creationId xmlns:a16="http://schemas.microsoft.com/office/drawing/2014/main" id="{27DBE5C5-1738-3DFD-9AEA-06F9D72568A6}"/>
              </a:ext>
            </a:extLst>
          </p:cNvPr>
          <p:cNvPicPr>
            <a:picLocks noChangeAspect="1"/>
          </p:cNvPicPr>
          <p:nvPr/>
        </p:nvPicPr>
        <p:blipFill>
          <a:blip r:embed="rId2"/>
          <a:stretch>
            <a:fillRect/>
          </a:stretch>
        </p:blipFill>
        <p:spPr>
          <a:xfrm>
            <a:off x="2899268" y="383458"/>
            <a:ext cx="6393464" cy="6087908"/>
          </a:xfrm>
          <a:prstGeom prst="rect">
            <a:avLst/>
          </a:prstGeom>
        </p:spPr>
      </p:pic>
    </p:spTree>
    <p:extLst>
      <p:ext uri="{BB962C8B-B14F-4D97-AF65-F5344CB8AC3E}">
        <p14:creationId xmlns:p14="http://schemas.microsoft.com/office/powerpoint/2010/main" val="604276771"/>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ous-titre 2">
            <a:extLst>
              <a:ext uri="{FF2B5EF4-FFF2-40B4-BE49-F238E27FC236}">
                <a16:creationId xmlns:a16="http://schemas.microsoft.com/office/drawing/2014/main" id="{19307D26-3BC6-EABF-E0FB-2771D572469B}"/>
              </a:ext>
            </a:extLst>
          </p:cNvPr>
          <p:cNvSpPr txBox="1">
            <a:spLocks/>
          </p:cNvSpPr>
          <p:nvPr/>
        </p:nvSpPr>
        <p:spPr>
          <a:xfrm>
            <a:off x="974385" y="4311239"/>
            <a:ext cx="3906340" cy="2223489"/>
          </a:xfrm>
          <a:prstGeom prst="rect">
            <a:avLst/>
          </a:prstGeom>
          <a:noFill/>
          <a:ln w="57150">
            <a:solidFill>
              <a:schemeClr val="accent1"/>
            </a:solidFill>
          </a:ln>
        </p:spPr>
        <p:style>
          <a:lnRef idx="2">
            <a:schemeClr val="accent4">
              <a:shade val="15000"/>
            </a:schemeClr>
          </a:lnRef>
          <a:fillRef idx="1">
            <a:schemeClr val="accent4"/>
          </a:fillRef>
          <a:effectRef idx="0">
            <a:schemeClr val="accent4"/>
          </a:effectRef>
          <a:fontRef idx="minor">
            <a:schemeClr val="lt1"/>
          </a:fontRef>
        </p:style>
        <p:txBody>
          <a:bodyPr vert="horz" lIns="0" tIns="0" rIns="0" bIns="0" rtlCol="0" anchor="t" anchorCtr="0">
            <a:noAutofit/>
          </a:bodyPr>
          <a:lstStyle>
            <a:lvl1pPr marL="512064" indent="-512064" algn="l" defTabSz="914400" rtl="0" eaLnBrk="1" latinLnBrk="0" hangingPunct="1">
              <a:lnSpc>
                <a:spcPct val="100000"/>
              </a:lnSpc>
              <a:spcBef>
                <a:spcPts val="1500"/>
              </a:spcBef>
              <a:buClr>
                <a:schemeClr val="tx1"/>
              </a:buClr>
              <a:buSzPct val="100000"/>
              <a:buFont typeface="+mj-lt"/>
              <a:buAutoNum type="arabicPeriod"/>
              <a:defRPr sz="1800" kern="1200" spc="0" baseline="0">
                <a:solidFill>
                  <a:schemeClr val="tx1"/>
                </a:solidFill>
                <a:latin typeface="+mn-lt"/>
                <a:ea typeface="Meiryo UI" panose="020B0604030504040204" pitchFamily="34" charset="-128"/>
                <a:cs typeface="+mn-cs"/>
              </a:defRPr>
            </a:lvl1pPr>
            <a:lvl2pPr marL="1028700" indent="-342900" algn="l" defTabSz="914400" rtl="0" eaLnBrk="1" latinLnBrk="0" hangingPunct="1">
              <a:lnSpc>
                <a:spcPct val="100000"/>
              </a:lnSpc>
              <a:spcBef>
                <a:spcPts val="1500"/>
              </a:spcBef>
              <a:buClr>
                <a:schemeClr val="tx1"/>
              </a:buClr>
              <a:buSzPct val="100000"/>
              <a:buFont typeface="+mj-lt"/>
              <a:buAutoNum type="alphaLcPeriod"/>
              <a:defRPr sz="1600" kern="1200" spc="0" baseline="0">
                <a:solidFill>
                  <a:schemeClr val="tx1"/>
                </a:solidFill>
                <a:latin typeface="+mn-lt"/>
                <a:ea typeface="Meiryo UI" panose="020B0604030504040204" pitchFamily="34" charset="-128"/>
                <a:cs typeface="+mn-cs"/>
              </a:defRPr>
            </a:lvl2pPr>
            <a:lvl3pPr marL="1543050" indent="-400050" algn="l" defTabSz="914400" rtl="0" eaLnBrk="1" latinLnBrk="0" hangingPunct="1">
              <a:lnSpc>
                <a:spcPct val="100000"/>
              </a:lnSpc>
              <a:spcBef>
                <a:spcPts val="1500"/>
              </a:spcBef>
              <a:buClr>
                <a:schemeClr val="tx1"/>
              </a:buClr>
              <a:buSzPct val="100000"/>
              <a:buFont typeface="+mj-lt"/>
              <a:buAutoNum type="romanLcPeriod"/>
              <a:defRPr sz="1600" kern="1200" spc="0" baseline="0">
                <a:solidFill>
                  <a:schemeClr val="tx1"/>
                </a:solidFill>
                <a:latin typeface="+mn-lt"/>
                <a:ea typeface="Meiryo UI" panose="020B0604030504040204" pitchFamily="34" charset="-128"/>
                <a:cs typeface="+mn-cs"/>
              </a:defRPr>
            </a:lvl3pPr>
            <a:lvl4pPr marL="1943100" indent="-342900" algn="l" defTabSz="914400" rtl="0" eaLnBrk="1" latinLnBrk="0" hangingPunct="1">
              <a:lnSpc>
                <a:spcPct val="100000"/>
              </a:lnSpc>
              <a:spcBef>
                <a:spcPts val="1500"/>
              </a:spcBef>
              <a:buClr>
                <a:schemeClr val="tx1"/>
              </a:buClr>
              <a:buSzPct val="100000"/>
              <a:buFont typeface="+mj-lt"/>
              <a:buAutoNum type="arabicParenR"/>
              <a:defRPr sz="1600" kern="1200" spc="0" baseline="0">
                <a:solidFill>
                  <a:schemeClr val="tx1"/>
                </a:solidFill>
                <a:latin typeface="+mn-lt"/>
                <a:ea typeface="Meiryo UI" panose="020B0604030504040204" pitchFamily="34" charset="-128"/>
                <a:cs typeface="+mn-cs"/>
              </a:defRPr>
            </a:lvl4pPr>
            <a:lvl5pPr marL="2400300" indent="-342900" algn="l" defTabSz="914400" rtl="0" eaLnBrk="1" latinLnBrk="0" hangingPunct="1">
              <a:lnSpc>
                <a:spcPct val="100000"/>
              </a:lnSpc>
              <a:spcBef>
                <a:spcPts val="1500"/>
              </a:spcBef>
              <a:buClr>
                <a:schemeClr val="tx1"/>
              </a:buClr>
              <a:buSzPct val="100000"/>
              <a:buFont typeface="+mj-lt"/>
              <a:buAutoNum type="alphaLcParenR"/>
              <a:defRPr sz="1600" kern="1200" spc="0" baseline="0">
                <a:solidFill>
                  <a:schemeClr val="tx1"/>
                </a:solidFill>
                <a:latin typeface="+mn-lt"/>
                <a:ea typeface="Meiryo UI" panose="020B0604030504040204"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dirty="0">
                <a:solidFill>
                  <a:schemeClr val="bg1"/>
                </a:solidFill>
              </a:rPr>
              <a:t>Backend</a:t>
            </a:r>
            <a:endParaRPr lang="fr" dirty="0">
              <a:solidFill>
                <a:schemeClr val="bg1"/>
              </a:solidFill>
            </a:endParaRPr>
          </a:p>
        </p:txBody>
      </p:sp>
      <p:sp>
        <p:nvSpPr>
          <p:cNvPr id="2" name="Titre 1">
            <a:extLst>
              <a:ext uri="{FF2B5EF4-FFF2-40B4-BE49-F238E27FC236}">
                <a16:creationId xmlns:a16="http://schemas.microsoft.com/office/drawing/2014/main" id="{83F11BC1-2932-3099-F1BF-EB0B38A0B969}"/>
              </a:ext>
            </a:extLst>
          </p:cNvPr>
          <p:cNvSpPr>
            <a:spLocks noGrp="1"/>
          </p:cNvSpPr>
          <p:nvPr>
            <p:ph type="title"/>
          </p:nvPr>
        </p:nvSpPr>
        <p:spPr>
          <a:xfrm>
            <a:off x="1427959" y="323272"/>
            <a:ext cx="10698480" cy="1097280"/>
          </a:xfrm>
        </p:spPr>
        <p:txBody>
          <a:bodyPr rtlCol="0"/>
          <a:lstStyle/>
          <a:p>
            <a:pPr rtl="0"/>
            <a:r>
              <a:rPr lang="fr" dirty="0"/>
              <a:t>Environnement technologique </a:t>
            </a:r>
          </a:p>
        </p:txBody>
      </p:sp>
      <p:sp>
        <p:nvSpPr>
          <p:cNvPr id="4" name="Espace réservé au contenu 3">
            <a:extLst>
              <a:ext uri="{FF2B5EF4-FFF2-40B4-BE49-F238E27FC236}">
                <a16:creationId xmlns:a16="http://schemas.microsoft.com/office/drawing/2014/main" id="{95D7FAA9-9A07-26BE-A126-2F819D36E15D}"/>
              </a:ext>
            </a:extLst>
          </p:cNvPr>
          <p:cNvSpPr>
            <a:spLocks noGrp="1"/>
          </p:cNvSpPr>
          <p:nvPr>
            <p:ph idx="13"/>
          </p:nvPr>
        </p:nvSpPr>
        <p:spPr>
          <a:xfrm>
            <a:off x="639097" y="1537810"/>
            <a:ext cx="4852007" cy="2580450"/>
          </a:xfrm>
          <a:noFill/>
          <a:ln w="57150"/>
        </p:spPr>
        <p:style>
          <a:lnRef idx="2">
            <a:schemeClr val="accent1"/>
          </a:lnRef>
          <a:fillRef idx="1">
            <a:schemeClr val="lt1"/>
          </a:fillRef>
          <a:effectRef idx="0">
            <a:schemeClr val="accent1"/>
          </a:effectRef>
          <a:fontRef idx="minor">
            <a:schemeClr val="dk1"/>
          </a:fontRef>
        </p:style>
        <p:txBody>
          <a:bodyPr rtlCol="0"/>
          <a:lstStyle/>
          <a:p>
            <a:pPr algn="ctr" rtl="0"/>
            <a:r>
              <a:rPr lang="fr" dirty="0"/>
              <a:t>Frontend</a:t>
            </a:r>
          </a:p>
          <a:p>
            <a:pPr rtl="0"/>
            <a:endParaRPr lang="en-US" dirty="0"/>
          </a:p>
        </p:txBody>
      </p:sp>
      <p:pic>
        <p:nvPicPr>
          <p:cNvPr id="8" name="Graphique 7">
            <a:extLst>
              <a:ext uri="{FF2B5EF4-FFF2-40B4-BE49-F238E27FC236}">
                <a16:creationId xmlns:a16="http://schemas.microsoft.com/office/drawing/2014/main" id="{29D0D0AB-440D-6357-B7D6-0E1E402895D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39394" y="2887516"/>
            <a:ext cx="3753717" cy="1352839"/>
          </a:xfrm>
          <a:prstGeom prst="rect">
            <a:avLst/>
          </a:prstGeom>
        </p:spPr>
      </p:pic>
      <p:pic>
        <p:nvPicPr>
          <p:cNvPr id="10" name="Image 9">
            <a:extLst>
              <a:ext uri="{FF2B5EF4-FFF2-40B4-BE49-F238E27FC236}">
                <a16:creationId xmlns:a16="http://schemas.microsoft.com/office/drawing/2014/main" id="{E3358449-6AF1-412C-EB51-DF02D5F4E530}"/>
              </a:ext>
            </a:extLst>
          </p:cNvPr>
          <p:cNvPicPr>
            <a:picLocks noChangeAspect="1"/>
          </p:cNvPicPr>
          <p:nvPr/>
        </p:nvPicPr>
        <p:blipFill>
          <a:blip r:embed="rId4"/>
          <a:srcRect r="73568" b="63732"/>
          <a:stretch>
            <a:fillRect/>
          </a:stretch>
        </p:blipFill>
        <p:spPr>
          <a:xfrm>
            <a:off x="3310852" y="5166827"/>
            <a:ext cx="1186601" cy="1352839"/>
          </a:xfrm>
          <a:prstGeom prst="rect">
            <a:avLst/>
          </a:prstGeom>
        </p:spPr>
      </p:pic>
      <p:pic>
        <p:nvPicPr>
          <p:cNvPr id="14" name="Image 13">
            <a:extLst>
              <a:ext uri="{FF2B5EF4-FFF2-40B4-BE49-F238E27FC236}">
                <a16:creationId xmlns:a16="http://schemas.microsoft.com/office/drawing/2014/main" id="{CA44D348-761A-E671-DCCE-359502F6DF73}"/>
              </a:ext>
            </a:extLst>
          </p:cNvPr>
          <p:cNvPicPr>
            <a:picLocks noChangeAspect="1"/>
          </p:cNvPicPr>
          <p:nvPr/>
        </p:nvPicPr>
        <p:blipFill>
          <a:blip r:embed="rId5"/>
          <a:stretch>
            <a:fillRect/>
          </a:stretch>
        </p:blipFill>
        <p:spPr>
          <a:xfrm>
            <a:off x="7675069" y="5049938"/>
            <a:ext cx="2542037" cy="954026"/>
          </a:xfrm>
          <a:prstGeom prst="rect">
            <a:avLst/>
          </a:prstGeom>
        </p:spPr>
      </p:pic>
      <p:pic>
        <p:nvPicPr>
          <p:cNvPr id="18" name="Image 17">
            <a:extLst>
              <a:ext uri="{FF2B5EF4-FFF2-40B4-BE49-F238E27FC236}">
                <a16:creationId xmlns:a16="http://schemas.microsoft.com/office/drawing/2014/main" id="{490CD3C7-7F91-A801-1F9D-FDE664F3FF5F}"/>
              </a:ext>
            </a:extLst>
          </p:cNvPr>
          <p:cNvPicPr>
            <a:picLocks noChangeAspect="1"/>
          </p:cNvPicPr>
          <p:nvPr/>
        </p:nvPicPr>
        <p:blipFill>
          <a:blip r:embed="rId6"/>
          <a:stretch>
            <a:fillRect/>
          </a:stretch>
        </p:blipFill>
        <p:spPr>
          <a:xfrm>
            <a:off x="1582204" y="5249448"/>
            <a:ext cx="984197" cy="1187598"/>
          </a:xfrm>
          <a:prstGeom prst="rect">
            <a:avLst/>
          </a:prstGeom>
        </p:spPr>
      </p:pic>
      <p:pic>
        <p:nvPicPr>
          <p:cNvPr id="20" name="Image 19">
            <a:extLst>
              <a:ext uri="{FF2B5EF4-FFF2-40B4-BE49-F238E27FC236}">
                <a16:creationId xmlns:a16="http://schemas.microsoft.com/office/drawing/2014/main" id="{4F8533AE-9F9C-915A-7C8F-AC177629161F}"/>
              </a:ext>
            </a:extLst>
          </p:cNvPr>
          <p:cNvPicPr>
            <a:picLocks noChangeAspect="1"/>
          </p:cNvPicPr>
          <p:nvPr/>
        </p:nvPicPr>
        <p:blipFill>
          <a:blip r:embed="rId7"/>
          <a:stretch>
            <a:fillRect/>
          </a:stretch>
        </p:blipFill>
        <p:spPr>
          <a:xfrm>
            <a:off x="899300" y="1892159"/>
            <a:ext cx="1057319" cy="1057319"/>
          </a:xfrm>
          <a:prstGeom prst="rect">
            <a:avLst/>
          </a:prstGeom>
        </p:spPr>
      </p:pic>
      <p:pic>
        <p:nvPicPr>
          <p:cNvPr id="1026" name="Picture 2">
            <a:extLst>
              <a:ext uri="{FF2B5EF4-FFF2-40B4-BE49-F238E27FC236}">
                <a16:creationId xmlns:a16="http://schemas.microsoft.com/office/drawing/2014/main" id="{F8BAFFA0-3DC7-D887-6AE8-1E50F52E9BD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67684" y="1972469"/>
            <a:ext cx="1130922" cy="1006506"/>
          </a:xfrm>
          <a:prstGeom prst="rect">
            <a:avLst/>
          </a:prstGeom>
          <a:noFill/>
          <a:extLst>
            <a:ext uri="{909E8E84-426E-40DD-AFC4-6F175D3DCCD1}">
              <a14:hiddenFill xmlns:a14="http://schemas.microsoft.com/office/drawing/2010/main">
                <a:solidFill>
                  <a:srgbClr val="FFFFFF"/>
                </a:solidFill>
              </a14:hiddenFill>
            </a:ext>
          </a:extLst>
        </p:spPr>
      </p:pic>
      <p:pic>
        <p:nvPicPr>
          <p:cNvPr id="25" name="Image 24" descr="Une image contenant Graphique, Caractère coloré, graphisme, étoile&#10;&#10;Le contenu généré par l’IA peut être incorrect.">
            <a:extLst>
              <a:ext uri="{FF2B5EF4-FFF2-40B4-BE49-F238E27FC236}">
                <a16:creationId xmlns:a16="http://schemas.microsoft.com/office/drawing/2014/main" id="{A4059F93-E7EF-803A-279A-7F3646A92D3D}"/>
              </a:ext>
            </a:extLst>
          </p:cNvPr>
          <p:cNvPicPr>
            <a:picLocks noChangeAspect="1"/>
          </p:cNvPicPr>
          <p:nvPr/>
        </p:nvPicPr>
        <p:blipFill>
          <a:blip r:embed="rId9"/>
          <a:srcRect t="26667" r="52960" b="28172"/>
          <a:stretch>
            <a:fillRect/>
          </a:stretch>
        </p:blipFill>
        <p:spPr>
          <a:xfrm>
            <a:off x="3936808" y="1814636"/>
            <a:ext cx="1376690" cy="1321718"/>
          </a:xfrm>
          <a:prstGeom prst="rect">
            <a:avLst/>
          </a:prstGeom>
        </p:spPr>
      </p:pic>
      <p:pic>
        <p:nvPicPr>
          <p:cNvPr id="1032" name="Picture 8">
            <a:extLst>
              <a:ext uri="{FF2B5EF4-FFF2-40B4-BE49-F238E27FC236}">
                <a16:creationId xmlns:a16="http://schemas.microsoft.com/office/drawing/2014/main" id="{3BF88EE1-B525-E847-BFB3-E77ECF3E9F0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55434" y="4597744"/>
            <a:ext cx="3431458" cy="634016"/>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ED6BE85D-1D02-8F06-79CE-D18F71F26144}"/>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097077" y="2399652"/>
            <a:ext cx="1627239" cy="1627239"/>
          </a:xfrm>
          <a:prstGeom prst="rect">
            <a:avLst/>
          </a:prstGeom>
          <a:noFill/>
          <a:extLst>
            <a:ext uri="{909E8E84-426E-40DD-AFC4-6F175D3DCCD1}">
              <a14:hiddenFill xmlns:a14="http://schemas.microsoft.com/office/drawing/2010/main">
                <a:solidFill>
                  <a:srgbClr val="FFFFFF"/>
                </a:solidFill>
              </a14:hiddenFill>
            </a:ext>
          </a:extLst>
        </p:spPr>
      </p:pic>
      <p:cxnSp>
        <p:nvCxnSpPr>
          <p:cNvPr id="27" name="Connecteur droit avec flèche 26">
            <a:extLst>
              <a:ext uri="{FF2B5EF4-FFF2-40B4-BE49-F238E27FC236}">
                <a16:creationId xmlns:a16="http://schemas.microsoft.com/office/drawing/2014/main" id="{FDCE13FD-5911-2339-5516-C18652333269}"/>
              </a:ext>
            </a:extLst>
          </p:cNvPr>
          <p:cNvCxnSpPr>
            <a:cxnSpLocks/>
          </p:cNvCxnSpPr>
          <p:nvPr/>
        </p:nvCxnSpPr>
        <p:spPr>
          <a:xfrm>
            <a:off x="5633884" y="2831690"/>
            <a:ext cx="2320413" cy="3815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Connecteur droit avec flèche 32">
            <a:extLst>
              <a:ext uri="{FF2B5EF4-FFF2-40B4-BE49-F238E27FC236}">
                <a16:creationId xmlns:a16="http://schemas.microsoft.com/office/drawing/2014/main" id="{2D85411C-1795-CA15-710E-F654A55A2C50}"/>
              </a:ext>
            </a:extLst>
          </p:cNvPr>
          <p:cNvCxnSpPr/>
          <p:nvPr/>
        </p:nvCxnSpPr>
        <p:spPr>
          <a:xfrm flipH="1">
            <a:off x="5201265" y="3677265"/>
            <a:ext cx="2895812" cy="15721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Connecteur droit avec flèche 34">
            <a:extLst>
              <a:ext uri="{FF2B5EF4-FFF2-40B4-BE49-F238E27FC236}">
                <a16:creationId xmlns:a16="http://schemas.microsoft.com/office/drawing/2014/main" id="{CE98C2C2-3DB0-C1B4-50AE-7777EE5AF90C}"/>
              </a:ext>
            </a:extLst>
          </p:cNvPr>
          <p:cNvCxnSpPr/>
          <p:nvPr/>
        </p:nvCxnSpPr>
        <p:spPr>
          <a:xfrm flipV="1">
            <a:off x="5063613" y="5683045"/>
            <a:ext cx="2428568" cy="3209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518477"/>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A52B4-9E5D-D3F3-A1F5-2BEE2C8556CA}"/>
            </a:ext>
          </a:extLst>
        </p:cNvPr>
        <p:cNvGrpSpPr/>
        <p:nvPr/>
      </p:nvGrpSpPr>
      <p:grpSpPr>
        <a:xfrm>
          <a:off x="0" y="0"/>
          <a:ext cx="0" cy="0"/>
          <a:chOff x="0" y="0"/>
          <a:chExt cx="0" cy="0"/>
        </a:xfrm>
      </p:grpSpPr>
      <p:sp>
        <p:nvSpPr>
          <p:cNvPr id="3" name="Sous-titre 2">
            <a:extLst>
              <a:ext uri="{FF2B5EF4-FFF2-40B4-BE49-F238E27FC236}">
                <a16:creationId xmlns:a16="http://schemas.microsoft.com/office/drawing/2014/main" id="{8AA5598D-723F-AA46-6682-574E302BBCD9}"/>
              </a:ext>
            </a:extLst>
          </p:cNvPr>
          <p:cNvSpPr>
            <a:spLocks noGrp="1"/>
          </p:cNvSpPr>
          <p:nvPr>
            <p:ph type="subTitle" idx="1"/>
          </p:nvPr>
        </p:nvSpPr>
        <p:spPr>
          <a:xfrm>
            <a:off x="4729316" y="3175819"/>
            <a:ext cx="6700684" cy="2720586"/>
          </a:xfrm>
          <a:noFill/>
        </p:spPr>
        <p:txBody>
          <a:bodyPr lIns="0" tIns="0" rIns="0" bIns="0" rtlCol="0">
            <a:noAutofit/>
          </a:bodyPr>
          <a:lstStyle/>
          <a:p>
            <a:r>
              <a:rPr lang="fr-MA" sz="1800" b="1"/>
              <a:t>Phase 1 : Socle Cloud &amp; Scalabilité</a:t>
            </a:r>
            <a:r>
              <a:rPr lang="fr-MA" sz="1800"/>
              <a:t> (FastAPI, React, Neo4j Aura).</a:t>
            </a:r>
          </a:p>
          <a:p>
            <a:r>
              <a:rPr lang="fr-MA" sz="1800" b="1"/>
              <a:t>Phase 2 : Engagement Temps Réel &amp; Mobile</a:t>
            </a:r>
            <a:r>
              <a:rPr lang="fr-MA" sz="1800"/>
              <a:t> (WebSockets, React Native).</a:t>
            </a:r>
          </a:p>
          <a:p>
            <a:r>
              <a:rPr lang="fr-MA" sz="1800" b="1"/>
              <a:t>Phase 3 : Intelligence Artificielle &amp; Analytics</a:t>
            </a:r>
            <a:r>
              <a:rPr lang="fr-MA" sz="1800"/>
              <a:t> (ML, Heatmaps, Prédiction de prix).</a:t>
            </a:r>
            <a:endParaRPr lang="fr-MA" sz="1800" dirty="0"/>
          </a:p>
        </p:txBody>
      </p:sp>
      <p:sp>
        <p:nvSpPr>
          <p:cNvPr id="5" name="Titre 4">
            <a:extLst>
              <a:ext uri="{FF2B5EF4-FFF2-40B4-BE49-F238E27FC236}">
                <a16:creationId xmlns:a16="http://schemas.microsoft.com/office/drawing/2014/main" id="{6C56DD1C-B6C9-3948-EE14-0240D707B6F3}"/>
              </a:ext>
            </a:extLst>
          </p:cNvPr>
          <p:cNvSpPr>
            <a:spLocks noGrp="1"/>
          </p:cNvSpPr>
          <p:nvPr>
            <p:ph type="ctrTitle"/>
          </p:nvPr>
        </p:nvSpPr>
        <p:spPr>
          <a:xfrm>
            <a:off x="5029200" y="1018130"/>
            <a:ext cx="6400800" cy="1438459"/>
          </a:xfrm>
        </p:spPr>
        <p:txBody>
          <a:bodyPr/>
          <a:lstStyle/>
          <a:p>
            <a:r>
              <a:rPr lang="fr-FR" dirty="0"/>
              <a:t>Perspectives</a:t>
            </a:r>
            <a:endParaRPr lang="fr-MA" dirty="0"/>
          </a:p>
        </p:txBody>
      </p:sp>
      <p:pic>
        <p:nvPicPr>
          <p:cNvPr id="3076" name="Picture 4" descr="Bénéfice d'actions - Icônes flèches gratuites">
            <a:extLst>
              <a:ext uri="{FF2B5EF4-FFF2-40B4-BE49-F238E27FC236}">
                <a16:creationId xmlns:a16="http://schemas.microsoft.com/office/drawing/2014/main" id="{674EBF1F-3A0A-DD59-7E5A-9B3BFEE923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9368" y="3537155"/>
            <a:ext cx="2438400" cy="243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1068648"/>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53208-6336-4817-F4AF-C3B80816164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C5AC9B9-8ADD-A557-6408-6A8006D12200}"/>
              </a:ext>
            </a:extLst>
          </p:cNvPr>
          <p:cNvSpPr>
            <a:spLocks noGrp="1"/>
          </p:cNvSpPr>
          <p:nvPr>
            <p:ph type="ctrTitle"/>
          </p:nvPr>
        </p:nvSpPr>
        <p:spPr>
          <a:xfrm>
            <a:off x="5029200" y="555523"/>
            <a:ext cx="6400800" cy="1691640"/>
          </a:xfrm>
          <a:noFill/>
        </p:spPr>
        <p:txBody>
          <a:bodyPr lIns="0" tIns="0" rIns="0" bIns="0" rtlCol="0">
            <a:noAutofit/>
          </a:bodyPr>
          <a:lstStyle/>
          <a:p>
            <a:pPr rtl="0"/>
            <a:r>
              <a:rPr lang="fr" dirty="0"/>
              <a:t>Conclusion</a:t>
            </a:r>
          </a:p>
        </p:txBody>
      </p:sp>
      <p:sp>
        <p:nvSpPr>
          <p:cNvPr id="3" name="Sous-titre 2">
            <a:extLst>
              <a:ext uri="{FF2B5EF4-FFF2-40B4-BE49-F238E27FC236}">
                <a16:creationId xmlns:a16="http://schemas.microsoft.com/office/drawing/2014/main" id="{2FA4C0F5-3786-BC9E-621B-F0F0CDB064B4}"/>
              </a:ext>
            </a:extLst>
          </p:cNvPr>
          <p:cNvSpPr>
            <a:spLocks noGrp="1"/>
          </p:cNvSpPr>
          <p:nvPr>
            <p:ph type="subTitle" idx="1"/>
          </p:nvPr>
        </p:nvSpPr>
        <p:spPr>
          <a:xfrm>
            <a:off x="4729316" y="3175819"/>
            <a:ext cx="6700684" cy="2720586"/>
          </a:xfrm>
          <a:noFill/>
        </p:spPr>
        <p:txBody>
          <a:bodyPr lIns="0" tIns="0" rIns="0" bIns="0" rtlCol="0">
            <a:noAutofit/>
          </a:bodyPr>
          <a:lstStyle/>
          <a:p>
            <a:r>
              <a:rPr lang="fr-FR" sz="1800" dirty="0"/>
              <a:t>En dépassant les standards des portails traditionnels, cette solution allie une performance de pointe à une architecture scalable et une expérience utilisateur fluide. Propulsée par un stack technologique moderne (FastAPI, </a:t>
            </a:r>
            <a:r>
              <a:rPr lang="fr-FR" sz="1800" dirty="0" err="1"/>
              <a:t>React</a:t>
            </a:r>
            <a:r>
              <a:rPr lang="fr-FR" sz="1800" dirty="0"/>
              <a:t>, Neo4j, GraphQL), notre plateforme est prête pour une mise en production. Avec une roadmap ambitieuse intégrant le Machine Learning et le mobile, nous posons aujourd'hui les bases de la nouvelle génération de l'immobilier au Maroc.</a:t>
            </a:r>
            <a:endParaRPr lang="fr" sz="1800" dirty="0"/>
          </a:p>
        </p:txBody>
      </p:sp>
    </p:spTree>
    <p:extLst>
      <p:ext uri="{BB962C8B-B14F-4D97-AF65-F5344CB8AC3E}">
        <p14:creationId xmlns:p14="http://schemas.microsoft.com/office/powerpoint/2010/main" val="3905787412"/>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84CEA74-8AD7-E6F3-6FE5-D3DBAEE51D5A}"/>
              </a:ext>
            </a:extLst>
          </p:cNvPr>
          <p:cNvSpPr>
            <a:spLocks noGrp="1"/>
          </p:cNvSpPr>
          <p:nvPr>
            <p:ph type="title"/>
          </p:nvPr>
        </p:nvSpPr>
        <p:spPr>
          <a:xfrm>
            <a:off x="731520" y="731520"/>
            <a:ext cx="5303520" cy="4023360"/>
          </a:xfrm>
        </p:spPr>
        <p:txBody>
          <a:bodyPr rtlCol="0">
            <a:normAutofit/>
          </a:bodyPr>
          <a:lstStyle/>
          <a:p>
            <a:pPr rtl="0"/>
            <a:r>
              <a:rPr lang="fr"/>
              <a:t>Merci</a:t>
            </a:r>
          </a:p>
        </p:txBody>
      </p:sp>
    </p:spTree>
    <p:extLst>
      <p:ext uri="{BB962C8B-B14F-4D97-AF65-F5344CB8AC3E}">
        <p14:creationId xmlns:p14="http://schemas.microsoft.com/office/powerpoint/2010/main" val="810883301"/>
      </p:ext>
    </p:extLst>
  </p:cSld>
  <p:clrMapOvr>
    <a:masterClrMapping/>
  </p:clrMapOvr>
  <p:transition spd="slow">
    <p:wipe/>
  </p:transition>
</p:sld>
</file>

<file path=ppt/theme/theme1.xml><?xml version="1.0" encoding="utf-8"?>
<a:theme xmlns:a="http://schemas.openxmlformats.org/drawingml/2006/main" name="Dégradé créatif ">
  <a:themeElements>
    <a:clrScheme name="Cherry Blossoms">
      <a:dk1>
        <a:srgbClr val="000000"/>
      </a:dk1>
      <a:lt1>
        <a:srgbClr val="FFFFFF"/>
      </a:lt1>
      <a:dk2>
        <a:srgbClr val="073A4B"/>
      </a:dk2>
      <a:lt2>
        <a:srgbClr val="E7E6E6"/>
      </a:lt2>
      <a:accent1>
        <a:srgbClr val="CC3059"/>
      </a:accent1>
      <a:accent2>
        <a:srgbClr val="839985"/>
      </a:accent2>
      <a:accent3>
        <a:srgbClr val="FC9FAD"/>
      </a:accent3>
      <a:accent4>
        <a:srgbClr val="EED6AA"/>
      </a:accent4>
      <a:accent5>
        <a:srgbClr val="191C30"/>
      </a:accent5>
      <a:accent6>
        <a:srgbClr val="6E774E"/>
      </a:accent6>
      <a:hlink>
        <a:srgbClr val="E7456B"/>
      </a:hlink>
      <a:folHlink>
        <a:srgbClr val="F0C55F"/>
      </a:folHlink>
    </a:clrScheme>
    <a:fontScheme name="Custom 33">
      <a:majorFont>
        <a:latin typeface="Perpetua Titling MT"/>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176810_win32_EF_v3" id="{23AE6A88-72AF-46C7-89B7-449EB9FADA56}" vid="{778CED17-04A8-4798-A8A2-38679DD162A2}"/>
    </a:ext>
  </a:extLst>
</a:theme>
</file>

<file path=ppt/theme/theme2.xml><?xml version="1.0" encoding="utf-8"?>
<a:theme xmlns:a="http://schemas.openxmlformats.org/drawingml/2006/main" name="Thème de bureau">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de bureau">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9" ma:contentTypeDescription="Create a new document." ma:contentTypeScope="" ma:versionID="6a914531ae0f23be31da2eba1f3b42a9">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ae00154c9e66547f022c4923f88826d6"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06D6625-0C6A-47B9-9FF8-70FAB9A23EEE}">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D9A2D85B-06BE-42C0-9F9D-010F2E25A61A}">
  <ds:schemaRefs>
    <ds:schemaRef ds:uri="http://schemas.microsoft.com/sharepoint/v3/contenttype/forms"/>
  </ds:schemaRefs>
</ds:datastoreItem>
</file>

<file path=customXml/itemProps3.xml><?xml version="1.0" encoding="utf-8"?>
<ds:datastoreItem xmlns:ds="http://schemas.openxmlformats.org/officeDocument/2006/customXml" ds:itemID="{BF176E13-D552-4230-8F12-ECC520456AF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Présentation de style pétales de fleurs de cerisier</Template>
  <TotalTime>71</TotalTime>
  <Words>531</Words>
  <Application>Microsoft Office PowerPoint</Application>
  <PresentationFormat>Grand écran</PresentationFormat>
  <Paragraphs>51</Paragraphs>
  <Slides>13</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13</vt:i4>
      </vt:variant>
    </vt:vector>
  </HeadingPairs>
  <TitlesOfParts>
    <vt:vector size="18" baseType="lpstr">
      <vt:lpstr>Aptos</vt:lpstr>
      <vt:lpstr>Arial</vt:lpstr>
      <vt:lpstr>Calibri</vt:lpstr>
      <vt:lpstr>Perpetua Titling MT</vt:lpstr>
      <vt:lpstr>Dégradé créatif </vt:lpstr>
      <vt:lpstr>Système de recommendations de logement (immobilier)</vt:lpstr>
      <vt:lpstr>Sommaire</vt:lpstr>
      <vt:lpstr>introduction</vt:lpstr>
      <vt:lpstr>Problématique</vt:lpstr>
      <vt:lpstr>Solution proposée</vt:lpstr>
      <vt:lpstr>Fonctionnalités</vt:lpstr>
      <vt:lpstr>Présentation PowerPoint</vt:lpstr>
      <vt:lpstr>Présentation PowerPoint</vt:lpstr>
      <vt:lpstr>Présentation PowerPoint</vt:lpstr>
      <vt:lpstr>Environnement technologique </vt:lpstr>
      <vt:lpstr>Perspectives</vt:lpstr>
      <vt:lpstr>Conclusion</vt:lpstr>
      <vt:lpstr>Merci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Achraf Aitlahcen</dc:creator>
  <cp:lastModifiedBy>Achraf Aitlahcen</cp:lastModifiedBy>
  <cp:revision>2</cp:revision>
  <dcterms:created xsi:type="dcterms:W3CDTF">2026-01-15T00:41:13Z</dcterms:created>
  <dcterms:modified xsi:type="dcterms:W3CDTF">2026-01-15T01:52:25Z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